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9" r:id="rId2"/>
    <p:sldId id="260" r:id="rId3"/>
    <p:sldId id="261" r:id="rId4"/>
    <p:sldId id="264" r:id="rId5"/>
    <p:sldId id="265" r:id="rId6"/>
    <p:sldId id="266" r:id="rId7"/>
    <p:sldId id="267" r:id="rId8"/>
    <p:sldId id="291" r:id="rId9"/>
    <p:sldId id="293" r:id="rId10"/>
    <p:sldId id="292" r:id="rId11"/>
    <p:sldId id="271" r:id="rId12"/>
    <p:sldId id="272" r:id="rId13"/>
    <p:sldId id="298" r:id="rId14"/>
    <p:sldId id="275" r:id="rId15"/>
    <p:sldId id="277" r:id="rId16"/>
    <p:sldId id="290" r:id="rId17"/>
    <p:sldId id="280" r:id="rId18"/>
    <p:sldId id="281" r:id="rId19"/>
    <p:sldId id="294" r:id="rId20"/>
    <p:sldId id="289" r:id="rId21"/>
    <p:sldId id="28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 Yadav" userId="c098936d7605519b" providerId="LiveId" clId="{69B207F7-2A67-4D23-BE21-5122BBAF210E}"/>
    <pc:docChg chg="undo redo custSel addSld delSld modSld sldOrd">
      <pc:chgData name="Rishi Yadav" userId="c098936d7605519b" providerId="LiveId" clId="{69B207F7-2A67-4D23-BE21-5122BBAF210E}" dt="2026-10-10T15:17:53.525" v="2589" actId="207"/>
      <pc:docMkLst>
        <pc:docMk/>
      </pc:docMkLst>
      <pc:sldChg chg="addSp modSp mod">
        <pc:chgData name="Rishi Yadav" userId="c098936d7605519b" providerId="LiveId" clId="{69B207F7-2A67-4D23-BE21-5122BBAF210E}" dt="2026-10-10T07:06:39.001" v="2527"/>
        <pc:sldMkLst>
          <pc:docMk/>
          <pc:sldMk cId="2107162458" sldId="259"/>
        </pc:sldMkLst>
        <pc:spChg chg="mod">
          <ac:chgData name="Rishi Yadav" userId="c098936d7605519b" providerId="LiveId" clId="{69B207F7-2A67-4D23-BE21-5122BBAF210E}" dt="2026-10-10T07:06:39.001" v="2527"/>
          <ac:spMkLst>
            <pc:docMk/>
            <pc:sldMk cId="2107162458" sldId="259"/>
            <ac:spMk id="2" creationId="{65FCC876-C59C-FB43-9CAC-A8FFA524B08F}"/>
          </ac:spMkLst>
        </pc:spChg>
        <pc:spChg chg="mod">
          <ac:chgData name="Rishi Yadav" userId="c098936d7605519b" providerId="LiveId" clId="{69B207F7-2A67-4D23-BE21-5122BBAF210E}" dt="2026-10-09T06:32:12.419" v="281" actId="14100"/>
          <ac:spMkLst>
            <pc:docMk/>
            <pc:sldMk cId="2107162458" sldId="259"/>
            <ac:spMk id="3" creationId="{8C1C8431-2196-3DAE-CAF7-D0551A6F5FE9}"/>
          </ac:spMkLst>
        </pc:spChg>
        <pc:picChg chg="add mod">
          <ac:chgData name="Rishi Yadav" userId="c098936d7605519b" providerId="LiveId" clId="{69B207F7-2A67-4D23-BE21-5122BBAF210E}" dt="2026-10-08T07:07:43.236" v="255" actId="1038"/>
          <ac:picMkLst>
            <pc:docMk/>
            <pc:sldMk cId="2107162458" sldId="259"/>
            <ac:picMk id="5" creationId="{74C48A6F-80C2-806E-EFEC-1116EFBB9468}"/>
          </ac:picMkLst>
        </pc:picChg>
      </pc:sldChg>
      <pc:sldChg chg="modSp mod">
        <pc:chgData name="Rishi Yadav" userId="c098936d7605519b" providerId="LiveId" clId="{69B207F7-2A67-4D23-BE21-5122BBAF210E}" dt="2026-10-09T18:17:58.401" v="2036" actId="20577"/>
        <pc:sldMkLst>
          <pc:docMk/>
          <pc:sldMk cId="1288345130" sldId="260"/>
        </pc:sldMkLst>
        <pc:spChg chg="mod">
          <ac:chgData name="Rishi Yadav" userId="c098936d7605519b" providerId="LiveId" clId="{69B207F7-2A67-4D23-BE21-5122BBAF210E}" dt="2026-10-09T18:17:58.401" v="2036" actId="20577"/>
          <ac:spMkLst>
            <pc:docMk/>
            <pc:sldMk cId="1288345130" sldId="260"/>
            <ac:spMk id="2" creationId="{AB01C070-0F80-C0DA-A5E8-879E9F32B2C1}"/>
          </ac:spMkLst>
        </pc:spChg>
        <pc:spChg chg="mod">
          <ac:chgData name="Rishi Yadav" userId="c098936d7605519b" providerId="LiveId" clId="{69B207F7-2A67-4D23-BE21-5122BBAF210E}" dt="2026-10-09T15:06:55.100" v="1669" actId="20577"/>
          <ac:spMkLst>
            <pc:docMk/>
            <pc:sldMk cId="1288345130" sldId="260"/>
            <ac:spMk id="7" creationId="{740C093F-B611-CE2E-BDFE-3EEC38F4DC1E}"/>
          </ac:spMkLst>
        </pc:spChg>
      </pc:sldChg>
      <pc:sldChg chg="addSp delSp modSp mod">
        <pc:chgData name="Rishi Yadav" userId="c098936d7605519b" providerId="LiveId" clId="{69B207F7-2A67-4D23-BE21-5122BBAF210E}" dt="2026-10-10T15:17:53.525" v="2589" actId="207"/>
        <pc:sldMkLst>
          <pc:docMk/>
          <pc:sldMk cId="686891538" sldId="261"/>
        </pc:sldMkLst>
        <pc:spChg chg="mod">
          <ac:chgData name="Rishi Yadav" userId="c098936d7605519b" providerId="LiveId" clId="{69B207F7-2A67-4D23-BE21-5122BBAF210E}" dt="2026-10-09T18:22:12.820" v="2120" actId="20577"/>
          <ac:spMkLst>
            <pc:docMk/>
            <pc:sldMk cId="686891538" sldId="261"/>
            <ac:spMk id="2" creationId="{56977B9A-A5BF-7074-F781-84534ECE4F52}"/>
          </ac:spMkLst>
        </pc:spChg>
        <pc:spChg chg="add del">
          <ac:chgData name="Rishi Yadav" userId="c098936d7605519b" providerId="LiveId" clId="{69B207F7-2A67-4D23-BE21-5122BBAF210E}" dt="2026-10-09T06:55:42.459" v="781" actId="11529"/>
          <ac:spMkLst>
            <pc:docMk/>
            <pc:sldMk cId="686891538" sldId="261"/>
            <ac:spMk id="3" creationId="{4DEB4E5D-1C81-C85D-4F43-F55852DFA022}"/>
          </ac:spMkLst>
        </pc:spChg>
        <pc:spChg chg="mod">
          <ac:chgData name="Rishi Yadav" userId="c098936d7605519b" providerId="LiveId" clId="{69B207F7-2A67-4D23-BE21-5122BBAF210E}" dt="2026-10-10T15:17:53.525" v="2589" actId="207"/>
          <ac:spMkLst>
            <pc:docMk/>
            <pc:sldMk cId="686891538" sldId="261"/>
            <ac:spMk id="5" creationId="{781D65C6-35DB-A70F-BEBF-009F695EFECA}"/>
          </ac:spMkLst>
        </pc:spChg>
      </pc:sldChg>
      <pc:sldChg chg="addSp delSp modSp del mod">
        <pc:chgData name="Rishi Yadav" userId="c098936d7605519b" providerId="LiveId" clId="{69B207F7-2A67-4D23-BE21-5122BBAF210E}" dt="2026-10-09T06:56:05.166" v="782" actId="2696"/>
        <pc:sldMkLst>
          <pc:docMk/>
          <pc:sldMk cId="616412954" sldId="262"/>
        </pc:sldMkLst>
        <pc:spChg chg="mod">
          <ac:chgData name="Rishi Yadav" userId="c098936d7605519b" providerId="LiveId" clId="{69B207F7-2A67-4D23-BE21-5122BBAF210E}" dt="2026-10-09T06:34:27.159" v="303" actId="20577"/>
          <ac:spMkLst>
            <pc:docMk/>
            <pc:sldMk cId="616412954" sldId="262"/>
            <ac:spMk id="2" creationId="{944FBE51-2FC3-5F26-7340-C96556019EB7}"/>
          </ac:spMkLst>
        </pc:spChg>
        <pc:spChg chg="mod">
          <ac:chgData name="Rishi Yadav" userId="c098936d7605519b" providerId="LiveId" clId="{69B207F7-2A67-4D23-BE21-5122BBAF210E}" dt="2026-10-09T06:52:26.284" v="736" actId="20577"/>
          <ac:spMkLst>
            <pc:docMk/>
            <pc:sldMk cId="616412954" sldId="262"/>
            <ac:spMk id="3" creationId="{623BF508-C0C2-A598-793A-3D31A7667960}"/>
          </ac:spMkLst>
        </pc:spChg>
        <pc:spChg chg="add del mod">
          <ac:chgData name="Rishi Yadav" userId="c098936d7605519b" providerId="LiveId" clId="{69B207F7-2A67-4D23-BE21-5122BBAF210E}" dt="2026-10-09T06:50:39.951" v="688" actId="478"/>
          <ac:spMkLst>
            <pc:docMk/>
            <pc:sldMk cId="616412954" sldId="262"/>
            <ac:spMk id="4" creationId="{D0E638F2-2F49-08AE-62B9-3B2F9FC5ED59}"/>
          </ac:spMkLst>
        </pc:spChg>
        <pc:spChg chg="add del mod">
          <ac:chgData name="Rishi Yadav" userId="c098936d7605519b" providerId="LiveId" clId="{69B207F7-2A67-4D23-BE21-5122BBAF210E}" dt="2026-10-09T06:39:50.861" v="378" actId="478"/>
          <ac:spMkLst>
            <pc:docMk/>
            <pc:sldMk cId="616412954" sldId="262"/>
            <ac:spMk id="5" creationId="{A134CE3E-804F-40AE-5F36-15A58B4115A2}"/>
          </ac:spMkLst>
        </pc:spChg>
        <pc:spChg chg="add del mod">
          <ac:chgData name="Rishi Yadav" userId="c098936d7605519b" providerId="LiveId" clId="{69B207F7-2A67-4D23-BE21-5122BBAF210E}" dt="2026-10-09T06:50:42.043" v="689" actId="478"/>
          <ac:spMkLst>
            <pc:docMk/>
            <pc:sldMk cId="616412954" sldId="262"/>
            <ac:spMk id="6" creationId="{41553142-3BF3-4196-C16E-C8C57E886178}"/>
          </ac:spMkLst>
        </pc:spChg>
        <pc:spChg chg="add del mod">
          <ac:chgData name="Rishi Yadav" userId="c098936d7605519b" providerId="LiveId" clId="{69B207F7-2A67-4D23-BE21-5122BBAF210E}" dt="2026-10-09T06:41:15.466" v="388" actId="478"/>
          <ac:spMkLst>
            <pc:docMk/>
            <pc:sldMk cId="616412954" sldId="262"/>
            <ac:spMk id="7" creationId="{0D33568F-3C2A-448D-B3F6-A84129A4A406}"/>
          </ac:spMkLst>
        </pc:spChg>
        <pc:spChg chg="add del mod">
          <ac:chgData name="Rishi Yadav" userId="c098936d7605519b" providerId="LiveId" clId="{69B207F7-2A67-4D23-BE21-5122BBAF210E}" dt="2026-10-09T06:50:53.421" v="693" actId="478"/>
          <ac:spMkLst>
            <pc:docMk/>
            <pc:sldMk cId="616412954" sldId="262"/>
            <ac:spMk id="8" creationId="{F631F007-1B7E-652D-1E19-EEFB5B75B308}"/>
          </ac:spMkLst>
        </pc:spChg>
        <pc:spChg chg="add del mod">
          <ac:chgData name="Rishi Yadav" userId="c098936d7605519b" providerId="LiveId" clId="{69B207F7-2A67-4D23-BE21-5122BBAF210E}" dt="2026-10-09T06:50:44.436" v="690" actId="478"/>
          <ac:spMkLst>
            <pc:docMk/>
            <pc:sldMk cId="616412954" sldId="262"/>
            <ac:spMk id="9" creationId="{882276A3-C4FA-108C-88A4-684552325A12}"/>
          </ac:spMkLst>
        </pc:spChg>
        <pc:spChg chg="add del mod">
          <ac:chgData name="Rishi Yadav" userId="c098936d7605519b" providerId="LiveId" clId="{69B207F7-2A67-4D23-BE21-5122BBAF210E}" dt="2026-10-09T06:50:55.825" v="694" actId="478"/>
          <ac:spMkLst>
            <pc:docMk/>
            <pc:sldMk cId="616412954" sldId="262"/>
            <ac:spMk id="10" creationId="{5DC0AF47-B8BF-35C3-6855-695BF2D5FAA5}"/>
          </ac:spMkLst>
        </pc:spChg>
        <pc:spChg chg="add del mod">
          <ac:chgData name="Rishi Yadav" userId="c098936d7605519b" providerId="LiveId" clId="{69B207F7-2A67-4D23-BE21-5122BBAF210E}" dt="2026-10-09T06:50:49.808" v="692" actId="478"/>
          <ac:spMkLst>
            <pc:docMk/>
            <pc:sldMk cId="616412954" sldId="262"/>
            <ac:spMk id="11" creationId="{C52B7A58-008F-7D6A-DA58-B5EDFDD694E6}"/>
          </ac:spMkLst>
        </pc:spChg>
      </pc:sldChg>
      <pc:sldChg chg="del">
        <pc:chgData name="Rishi Yadav" userId="c098936d7605519b" providerId="LiveId" clId="{69B207F7-2A67-4D23-BE21-5122BBAF210E}" dt="2026-10-09T08:12:48.663" v="1160" actId="2696"/>
        <pc:sldMkLst>
          <pc:docMk/>
          <pc:sldMk cId="430833759" sldId="263"/>
        </pc:sldMkLst>
      </pc:sldChg>
      <pc:sldChg chg="modSp mod">
        <pc:chgData name="Rishi Yadav" userId="c098936d7605519b" providerId="LiveId" clId="{69B207F7-2A67-4D23-BE21-5122BBAF210E}" dt="2026-10-10T07:25:00.446" v="2528"/>
        <pc:sldMkLst>
          <pc:docMk/>
          <pc:sldMk cId="3017158057" sldId="264"/>
        </pc:sldMkLst>
        <pc:spChg chg="mod">
          <ac:chgData name="Rishi Yadav" userId="c098936d7605519b" providerId="LiveId" clId="{69B207F7-2A67-4D23-BE21-5122BBAF210E}" dt="2026-10-09T18:50:14.844" v="2495" actId="20577"/>
          <ac:spMkLst>
            <pc:docMk/>
            <pc:sldMk cId="3017158057" sldId="264"/>
            <ac:spMk id="2" creationId="{97CEE160-DC25-91FA-714A-5381C90DFF44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3017158057" sldId="264"/>
            <ac:spMk id="3" creationId="{15E5C630-E137-305A-5664-E521927FDCCA}"/>
          </ac:spMkLst>
        </pc:spChg>
        <pc:graphicFrameChg chg="mod">
          <ac:chgData name="Rishi Yadav" userId="c098936d7605519b" providerId="LiveId" clId="{69B207F7-2A67-4D23-BE21-5122BBAF210E}" dt="2026-10-10T07:25:00.446" v="2528"/>
          <ac:graphicFrameMkLst>
            <pc:docMk/>
            <pc:sldMk cId="3017158057" sldId="264"/>
            <ac:graphicFrameMk id="4" creationId="{41A25E7F-2D56-64D4-DD33-C3F4B5B17E24}"/>
          </ac:graphicFrameMkLst>
        </pc:graphicFrameChg>
      </pc:sldChg>
      <pc:sldChg chg="addSp delSp modSp mod">
        <pc:chgData name="Rishi Yadav" userId="c098936d7605519b" providerId="LiveId" clId="{69B207F7-2A67-4D23-BE21-5122BBAF210E}" dt="2026-10-09T18:47:38.018" v="2398" actId="14100"/>
        <pc:sldMkLst>
          <pc:docMk/>
          <pc:sldMk cId="1335985168" sldId="265"/>
        </pc:sldMkLst>
        <pc:spChg chg="mod">
          <ac:chgData name="Rishi Yadav" userId="c098936d7605519b" providerId="LiveId" clId="{69B207F7-2A67-4D23-BE21-5122BBAF210E}" dt="2026-10-09T18:47:31.119" v="2397" actId="5793"/>
          <ac:spMkLst>
            <pc:docMk/>
            <pc:sldMk cId="1335985168" sldId="265"/>
            <ac:spMk id="3" creationId="{CECB8171-B516-FBCE-2B42-ADAFE95D2939}"/>
          </ac:spMkLst>
        </pc:spChg>
        <pc:spChg chg="add mod">
          <ac:chgData name="Rishi Yadav" userId="c098936d7605519b" providerId="LiveId" clId="{69B207F7-2A67-4D23-BE21-5122BBAF210E}" dt="2026-10-09T08:49:59.659" v="1288" actId="1076"/>
          <ac:spMkLst>
            <pc:docMk/>
            <pc:sldMk cId="1335985168" sldId="265"/>
            <ac:spMk id="6" creationId="{EDC56E3B-175C-23BA-E95E-EC011CF5467E}"/>
          </ac:spMkLst>
        </pc:spChg>
        <pc:graphicFrameChg chg="add mod">
          <ac:chgData name="Rishi Yadav" userId="c098936d7605519b" providerId="LiveId" clId="{69B207F7-2A67-4D23-BE21-5122BBAF210E}" dt="2026-10-09T18:47:38.018" v="2398" actId="14100"/>
          <ac:graphicFrameMkLst>
            <pc:docMk/>
            <pc:sldMk cId="1335985168" sldId="265"/>
            <ac:graphicFrameMk id="4" creationId="{1F534637-B986-B545-01A1-85A7C3249FF7}"/>
          </ac:graphicFrameMkLst>
        </pc:graphicFrameChg>
        <pc:graphicFrameChg chg="del">
          <ac:chgData name="Rishi Yadav" userId="c098936d7605519b" providerId="LiveId" clId="{69B207F7-2A67-4D23-BE21-5122BBAF210E}" dt="2026-10-09T08:46:57.819" v="1268" actId="478"/>
          <ac:graphicFrameMkLst>
            <pc:docMk/>
            <pc:sldMk cId="1335985168" sldId="265"/>
            <ac:graphicFrameMk id="9" creationId="{EC133A9C-FF52-05E5-41FF-87ECDED2ADA2}"/>
          </ac:graphicFrameMkLst>
        </pc:graphicFrameChg>
      </pc:sldChg>
      <pc:sldChg chg="addSp modSp mod">
        <pc:chgData name="Rishi Yadav" userId="c098936d7605519b" providerId="LiveId" clId="{69B207F7-2A67-4D23-BE21-5122BBAF210E}" dt="2026-10-09T18:28:28.813" v="2150" actId="14100"/>
        <pc:sldMkLst>
          <pc:docMk/>
          <pc:sldMk cId="2572660479" sldId="266"/>
        </pc:sldMkLst>
        <pc:spChg chg="mod">
          <ac:chgData name="Rishi Yadav" userId="c098936d7605519b" providerId="LiveId" clId="{69B207F7-2A67-4D23-BE21-5122BBAF210E}" dt="2026-10-09T07:02:48.341" v="947" actId="5793"/>
          <ac:spMkLst>
            <pc:docMk/>
            <pc:sldMk cId="2572660479" sldId="266"/>
            <ac:spMk id="3" creationId="{A7FCDF38-DA47-70DA-9D22-33F5050779A2}"/>
          </ac:spMkLst>
        </pc:spChg>
        <pc:graphicFrameChg chg="add mod">
          <ac:chgData name="Rishi Yadav" userId="c098936d7605519b" providerId="LiveId" clId="{69B207F7-2A67-4D23-BE21-5122BBAF210E}" dt="2026-10-09T18:28:28.813" v="2150" actId="14100"/>
          <ac:graphicFrameMkLst>
            <pc:docMk/>
            <pc:sldMk cId="2572660479" sldId="266"/>
            <ac:graphicFrameMk id="4" creationId="{753875AD-2776-7C64-9C4E-60130ABBD7B7}"/>
          </ac:graphicFrameMkLst>
        </pc:graphicFrameChg>
      </pc:sldChg>
      <pc:sldChg chg="addSp delSp modSp mod">
        <pc:chgData name="Rishi Yadav" userId="c098936d7605519b" providerId="LiveId" clId="{69B207F7-2A67-4D23-BE21-5122BBAF210E}" dt="2026-10-09T18:26:55.036" v="2140" actId="14100"/>
        <pc:sldMkLst>
          <pc:docMk/>
          <pc:sldMk cId="3803698047" sldId="267"/>
        </pc:sldMkLst>
        <pc:spChg chg="mod">
          <ac:chgData name="Rishi Yadav" userId="c098936d7605519b" providerId="LiveId" clId="{69B207F7-2A67-4D23-BE21-5122BBAF210E}" dt="2026-10-09T07:05:53.111" v="975" actId="207"/>
          <ac:spMkLst>
            <pc:docMk/>
            <pc:sldMk cId="3803698047" sldId="267"/>
            <ac:spMk id="9" creationId="{9ABDC327-C029-FB6A-8C7D-3FCBBE4EEE54}"/>
          </ac:spMkLst>
        </pc:spChg>
        <pc:graphicFrameChg chg="add del mod">
          <ac:chgData name="Rishi Yadav" userId="c098936d7605519b" providerId="LiveId" clId="{69B207F7-2A67-4D23-BE21-5122BBAF210E}" dt="2026-10-09T07:09:11.213" v="996" actId="478"/>
          <ac:graphicFrameMkLst>
            <pc:docMk/>
            <pc:sldMk cId="3803698047" sldId="267"/>
            <ac:graphicFrameMk id="3" creationId="{040278BF-1D83-9289-2C9E-B359818FFCE6}"/>
          </ac:graphicFrameMkLst>
        </pc:graphicFrameChg>
        <pc:graphicFrameChg chg="add mod">
          <ac:chgData name="Rishi Yadav" userId="c098936d7605519b" providerId="LiveId" clId="{69B207F7-2A67-4D23-BE21-5122BBAF210E}" dt="2026-10-09T18:26:55.036" v="2140" actId="14100"/>
          <ac:graphicFrameMkLst>
            <pc:docMk/>
            <pc:sldMk cId="3803698047" sldId="267"/>
            <ac:graphicFrameMk id="4" creationId="{24EE5468-8713-4E0A-B812-6F177D913AB3}"/>
          </ac:graphicFrameMkLst>
        </pc:graphicFrameChg>
        <pc:graphicFrameChg chg="del mod">
          <ac:chgData name="Rishi Yadav" userId="c098936d7605519b" providerId="LiveId" clId="{69B207F7-2A67-4D23-BE21-5122BBAF210E}" dt="2026-10-09T07:08:04.687" v="980" actId="478"/>
          <ac:graphicFrameMkLst>
            <pc:docMk/>
            <pc:sldMk cId="3803698047" sldId="267"/>
            <ac:graphicFrameMk id="17" creationId="{A9DD42C1-9C93-66B3-C9F6-EF11C093902F}"/>
          </ac:graphicFrameMkLst>
        </pc:graphicFrameChg>
      </pc:sldChg>
      <pc:sldChg chg="del">
        <pc:chgData name="Rishi Yadav" userId="c098936d7605519b" providerId="LiveId" clId="{69B207F7-2A67-4D23-BE21-5122BBAF210E}" dt="2026-10-09T08:18:49.643" v="1187" actId="2696"/>
        <pc:sldMkLst>
          <pc:docMk/>
          <pc:sldMk cId="811526356" sldId="268"/>
        </pc:sldMkLst>
      </pc:sldChg>
      <pc:sldChg chg="del">
        <pc:chgData name="Rishi Yadav" userId="c098936d7605519b" providerId="LiveId" clId="{69B207F7-2A67-4D23-BE21-5122BBAF210E}" dt="2026-10-09T08:18:40.591" v="1186" actId="2696"/>
        <pc:sldMkLst>
          <pc:docMk/>
          <pc:sldMk cId="2220314791" sldId="269"/>
        </pc:sldMkLst>
      </pc:sldChg>
      <pc:sldChg chg="modSp del mod">
        <pc:chgData name="Rishi Yadav" userId="c098936d7605519b" providerId="LiveId" clId="{69B207F7-2A67-4D23-BE21-5122BBAF210E}" dt="2026-10-09T10:19:20.248" v="1341" actId="2696"/>
        <pc:sldMkLst>
          <pc:docMk/>
          <pc:sldMk cId="106990093" sldId="270"/>
        </pc:sldMkLst>
        <pc:spChg chg="mod">
          <ac:chgData name="Rishi Yadav" userId="c098936d7605519b" providerId="LiveId" clId="{69B207F7-2A67-4D23-BE21-5122BBAF210E}" dt="2026-10-09T07:12:23.359" v="1007" actId="14100"/>
          <ac:spMkLst>
            <pc:docMk/>
            <pc:sldMk cId="106990093" sldId="270"/>
            <ac:spMk id="3" creationId="{B59C2C54-776C-9BBD-37BE-7ED7C918C004}"/>
          </ac:spMkLst>
        </pc:spChg>
      </pc:sldChg>
      <pc:sldChg chg="addSp modSp mod">
        <pc:chgData name="Rishi Yadav" userId="c098936d7605519b" providerId="LiveId" clId="{69B207F7-2A67-4D23-BE21-5122BBAF210E}" dt="2026-10-10T07:06:39.001" v="2527"/>
        <pc:sldMkLst>
          <pc:docMk/>
          <pc:sldMk cId="2073306812" sldId="271"/>
        </pc:sldMkLst>
        <pc:spChg chg="mod">
          <ac:chgData name="Rishi Yadav" userId="c098936d7605519b" providerId="LiveId" clId="{69B207F7-2A67-4D23-BE21-5122BBAF210E}" dt="2026-10-09T10:07:23.702" v="1337" actId="14100"/>
          <ac:spMkLst>
            <pc:docMk/>
            <pc:sldMk cId="2073306812" sldId="271"/>
            <ac:spMk id="2" creationId="{5ABE4353-5C59-E2E0-ACD0-896D415E6908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2073306812" sldId="271"/>
            <ac:spMk id="3" creationId="{037D8366-C59D-FF55-8C2D-653593090C81}"/>
          </ac:spMkLst>
        </pc:spChg>
        <pc:picChg chg="add mod">
          <ac:chgData name="Rishi Yadav" userId="c098936d7605519b" providerId="LiveId" clId="{69B207F7-2A67-4D23-BE21-5122BBAF210E}" dt="2026-10-09T18:14:27.420" v="2003" actId="14100"/>
          <ac:picMkLst>
            <pc:docMk/>
            <pc:sldMk cId="2073306812" sldId="271"/>
            <ac:picMk id="5" creationId="{E0BBCF0B-CBC1-93DD-D691-8655B8227C43}"/>
          </ac:picMkLst>
        </pc:picChg>
      </pc:sldChg>
      <pc:sldChg chg="modSp mod setBg">
        <pc:chgData name="Rishi Yadav" userId="c098936d7605519b" providerId="LiveId" clId="{69B207F7-2A67-4D23-BE21-5122BBAF210E}" dt="2026-10-09T18:48:45.585" v="2438"/>
        <pc:sldMkLst>
          <pc:docMk/>
          <pc:sldMk cId="1727670235" sldId="272"/>
        </pc:sldMkLst>
        <pc:spChg chg="mod">
          <ac:chgData name="Rishi Yadav" userId="c098936d7605519b" providerId="LiveId" clId="{69B207F7-2A67-4D23-BE21-5122BBAF210E}" dt="2026-10-09T18:35:39.076" v="2390" actId="14100"/>
          <ac:spMkLst>
            <pc:docMk/>
            <pc:sldMk cId="1727670235" sldId="272"/>
            <ac:spMk id="2" creationId="{2EF373C5-1B2C-D183-149F-CD7B5BCD8111}"/>
          </ac:spMkLst>
        </pc:spChg>
        <pc:spChg chg="mod">
          <ac:chgData name="Rishi Yadav" userId="c098936d7605519b" providerId="LiveId" clId="{69B207F7-2A67-4D23-BE21-5122BBAF210E}" dt="2026-10-09T18:35:47.126" v="2395" actId="1036"/>
          <ac:spMkLst>
            <pc:docMk/>
            <pc:sldMk cId="1727670235" sldId="272"/>
            <ac:spMk id="3" creationId="{4898FF6B-B547-1633-F546-C597EA3BDB60}"/>
          </ac:spMkLst>
        </pc:spChg>
      </pc:sldChg>
      <pc:sldChg chg="addSp delSp modSp del mod">
        <pc:chgData name="Rishi Yadav" userId="c098936d7605519b" providerId="LiveId" clId="{69B207F7-2A67-4D23-BE21-5122BBAF210E}" dt="2026-10-09T15:27:22.024" v="1844" actId="2696"/>
        <pc:sldMkLst>
          <pc:docMk/>
          <pc:sldMk cId="3224803718" sldId="273"/>
        </pc:sldMkLst>
        <pc:spChg chg="mod">
          <ac:chgData name="Rishi Yadav" userId="c098936d7605519b" providerId="LiveId" clId="{69B207F7-2A67-4D23-BE21-5122BBAF210E}" dt="2026-10-09T15:26:43.353" v="1839" actId="21"/>
          <ac:spMkLst>
            <pc:docMk/>
            <pc:sldMk cId="3224803718" sldId="273"/>
            <ac:spMk id="2" creationId="{65EE0EC6-F789-874D-5EAD-AA47DCFFDA19}"/>
          </ac:spMkLst>
        </pc:spChg>
        <pc:spChg chg="mod">
          <ac:chgData name="Rishi Yadav" userId="c098936d7605519b" providerId="LiveId" clId="{69B207F7-2A67-4D23-BE21-5122BBAF210E}" dt="2026-10-09T15:25:25.598" v="1826" actId="20577"/>
          <ac:spMkLst>
            <pc:docMk/>
            <pc:sldMk cId="3224803718" sldId="273"/>
            <ac:spMk id="3" creationId="{98DA9A25-E824-BDD4-F2B6-940FBFA2C45F}"/>
          </ac:spMkLst>
        </pc:spChg>
        <pc:spChg chg="add del mod">
          <ac:chgData name="Rishi Yadav" userId="c098936d7605519b" providerId="LiveId" clId="{69B207F7-2A67-4D23-BE21-5122BBAF210E}" dt="2026-10-09T15:19:41.202" v="1752"/>
          <ac:spMkLst>
            <pc:docMk/>
            <pc:sldMk cId="3224803718" sldId="273"/>
            <ac:spMk id="5" creationId="{9C755F8B-33BA-D351-1225-B9D2CF466725}"/>
          </ac:spMkLst>
        </pc:spChg>
      </pc:sldChg>
      <pc:sldChg chg="addSp delSp modSp del mod">
        <pc:chgData name="Rishi Yadav" userId="c098936d7605519b" providerId="LiveId" clId="{69B207F7-2A67-4D23-BE21-5122BBAF210E}" dt="2026-10-09T10:17:57.531" v="1340" actId="2696"/>
        <pc:sldMkLst>
          <pc:docMk/>
          <pc:sldMk cId="3235598181" sldId="274"/>
        </pc:sldMkLst>
        <pc:spChg chg="del">
          <ac:chgData name="Rishi Yadav" userId="c098936d7605519b" providerId="LiveId" clId="{69B207F7-2A67-4D23-BE21-5122BBAF210E}" dt="2026-10-08T06:47:06.289" v="132" actId="21"/>
          <ac:spMkLst>
            <pc:docMk/>
            <pc:sldMk cId="3235598181" sldId="274"/>
            <ac:spMk id="6" creationId="{05ABB952-7603-87BE-348D-991E7D88DCE2}"/>
          </ac:spMkLst>
        </pc:spChg>
        <pc:picChg chg="add mod">
          <ac:chgData name="Rishi Yadav" userId="c098936d7605519b" providerId="LiveId" clId="{69B207F7-2A67-4D23-BE21-5122BBAF210E}" dt="2026-10-08T06:48:34.377" v="134" actId="14100"/>
          <ac:picMkLst>
            <pc:docMk/>
            <pc:sldMk cId="3235598181" sldId="274"/>
            <ac:picMk id="3" creationId="{3B028B0D-F4E5-5111-38FA-759545B27ED6}"/>
          </ac:picMkLst>
        </pc:picChg>
        <pc:picChg chg="del">
          <ac:chgData name="Rishi Yadav" userId="c098936d7605519b" providerId="LiveId" clId="{69B207F7-2A67-4D23-BE21-5122BBAF210E}" dt="2026-10-08T06:47:01.012" v="131" actId="478"/>
          <ac:picMkLst>
            <pc:docMk/>
            <pc:sldMk cId="3235598181" sldId="274"/>
            <ac:picMk id="8" creationId="{A8C0A019-CCD1-F3A7-F288-90EAB8A18B57}"/>
          </ac:picMkLst>
        </pc:picChg>
      </pc:sldChg>
      <pc:sldChg chg="modSp mod">
        <pc:chgData name="Rishi Yadav" userId="c098936d7605519b" providerId="LiveId" clId="{69B207F7-2A67-4D23-BE21-5122BBAF210E}" dt="2026-10-10T07:06:39.001" v="2527"/>
        <pc:sldMkLst>
          <pc:docMk/>
          <pc:sldMk cId="1144836100" sldId="275"/>
        </pc:sldMkLst>
        <pc:spChg chg="mod">
          <ac:chgData name="Rishi Yadav" userId="c098936d7605519b" providerId="LiveId" clId="{69B207F7-2A67-4D23-BE21-5122BBAF210E}" dt="2026-10-10T07:06:39.001" v="2527"/>
          <ac:spMkLst>
            <pc:docMk/>
            <pc:sldMk cId="1144836100" sldId="275"/>
            <ac:spMk id="2" creationId="{B5AAD4F7-49DB-776F-D7A5-64E025F745AE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1144836100" sldId="275"/>
            <ac:spMk id="3" creationId="{9CA474A8-9515-1E6C-814F-B8FD15C74FC4}"/>
          </ac:spMkLst>
        </pc:spChg>
      </pc:sldChg>
      <pc:sldChg chg="modSp mod">
        <pc:chgData name="Rishi Yadav" userId="c098936d7605519b" providerId="LiveId" clId="{69B207F7-2A67-4D23-BE21-5122BBAF210E}" dt="2026-10-10T07:06:39.001" v="2527"/>
        <pc:sldMkLst>
          <pc:docMk/>
          <pc:sldMk cId="3504123569" sldId="277"/>
        </pc:sldMkLst>
        <pc:spChg chg="mod">
          <ac:chgData name="Rishi Yadav" userId="c098936d7605519b" providerId="LiveId" clId="{69B207F7-2A67-4D23-BE21-5122BBAF210E}" dt="2026-10-10T07:06:39.001" v="2527"/>
          <ac:spMkLst>
            <pc:docMk/>
            <pc:sldMk cId="3504123569" sldId="277"/>
            <ac:spMk id="3" creationId="{357F08F9-CFFC-F5CD-82C8-2565F84B47DA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3504123569" sldId="277"/>
            <ac:spMk id="4" creationId="{C4BABAE5-74F6-824A-2331-6EA150146535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3504123569" sldId="277"/>
            <ac:spMk id="5" creationId="{F8AE2BDD-0C36-68F4-56E1-A882E5829E13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3504123569" sldId="277"/>
            <ac:spMk id="6" creationId="{80DC7016-D92A-8743-0E71-38527220FD9A}"/>
          </ac:spMkLst>
        </pc:spChg>
      </pc:sldChg>
      <pc:sldChg chg="modSp del mod">
        <pc:chgData name="Rishi Yadav" userId="c098936d7605519b" providerId="LiveId" clId="{69B207F7-2A67-4D23-BE21-5122BBAF210E}" dt="2026-10-09T18:16:43.355" v="2004" actId="2696"/>
        <pc:sldMkLst>
          <pc:docMk/>
          <pc:sldMk cId="4048883077" sldId="279"/>
        </pc:sldMkLst>
        <pc:spChg chg="mod">
          <ac:chgData name="Rishi Yadav" userId="c098936d7605519b" providerId="LiveId" clId="{69B207F7-2A67-4D23-BE21-5122BBAF210E}" dt="2026-10-09T10:23:43.664" v="1358" actId="113"/>
          <ac:spMkLst>
            <pc:docMk/>
            <pc:sldMk cId="4048883077" sldId="279"/>
            <ac:spMk id="3" creationId="{E45070E6-1B5C-34E2-8692-5927AB8753C2}"/>
          </ac:spMkLst>
        </pc:spChg>
      </pc:sldChg>
      <pc:sldChg chg="addSp delSp modSp mod">
        <pc:chgData name="Rishi Yadav" userId="c098936d7605519b" providerId="LiveId" clId="{69B207F7-2A67-4D23-BE21-5122BBAF210E}" dt="2026-10-10T07:06:39.001" v="2527"/>
        <pc:sldMkLst>
          <pc:docMk/>
          <pc:sldMk cId="3028903697" sldId="281"/>
        </pc:sldMkLst>
        <pc:spChg chg="mod">
          <ac:chgData name="Rishi Yadav" userId="c098936d7605519b" providerId="LiveId" clId="{69B207F7-2A67-4D23-BE21-5122BBAF210E}" dt="2026-10-10T07:06:39.001" v="2527"/>
          <ac:spMkLst>
            <pc:docMk/>
            <pc:sldMk cId="3028903697" sldId="281"/>
            <ac:spMk id="2" creationId="{7353460F-C314-653C-B8FE-1FF99094611D}"/>
          </ac:spMkLst>
        </pc:spChg>
        <pc:spChg chg="del mod">
          <ac:chgData name="Rishi Yadav" userId="c098936d7605519b" providerId="LiveId" clId="{69B207F7-2A67-4D23-BE21-5122BBAF210E}" dt="2026-10-09T08:43:23.641" v="1212"/>
          <ac:spMkLst>
            <pc:docMk/>
            <pc:sldMk cId="3028903697" sldId="281"/>
            <ac:spMk id="3" creationId="{E9780B57-870B-E8E3-1DE9-0AF202F72EC7}"/>
          </ac:spMkLst>
        </pc:spChg>
        <pc:graphicFrameChg chg="add mod">
          <ac:chgData name="Rishi Yadav" userId="c098936d7605519b" providerId="LiveId" clId="{69B207F7-2A67-4D23-BE21-5122BBAF210E}" dt="2026-10-09T18:23:51.781" v="2124" actId="255"/>
          <ac:graphicFrameMkLst>
            <pc:docMk/>
            <pc:sldMk cId="3028903697" sldId="281"/>
            <ac:graphicFrameMk id="4" creationId="{A6A6ECE0-E5BC-FCCD-1B6A-9486AC29F6FF}"/>
          </ac:graphicFrameMkLst>
        </pc:graphicFrameChg>
      </pc:sldChg>
      <pc:sldChg chg="modSp del mod">
        <pc:chgData name="Rishi Yadav" userId="c098936d7605519b" providerId="LiveId" clId="{69B207F7-2A67-4D23-BE21-5122BBAF210E}" dt="2026-10-09T15:09:00.957" v="1670" actId="2696"/>
        <pc:sldMkLst>
          <pc:docMk/>
          <pc:sldMk cId="4084102221" sldId="282"/>
        </pc:sldMkLst>
        <pc:spChg chg="mod">
          <ac:chgData name="Rishi Yadav" userId="c098936d7605519b" providerId="LiveId" clId="{69B207F7-2A67-4D23-BE21-5122BBAF210E}" dt="2026-10-09T10:22:21.762" v="1345" actId="1076"/>
          <ac:spMkLst>
            <pc:docMk/>
            <pc:sldMk cId="4084102221" sldId="282"/>
            <ac:spMk id="2" creationId="{F8EBF7EE-EE6A-3C62-12F8-D9CD96421F79}"/>
          </ac:spMkLst>
        </pc:spChg>
        <pc:spChg chg="mod">
          <ac:chgData name="Rishi Yadav" userId="c098936d7605519b" providerId="LiveId" clId="{69B207F7-2A67-4D23-BE21-5122BBAF210E}" dt="2026-10-09T10:22:41.073" v="1349" actId="207"/>
          <ac:spMkLst>
            <pc:docMk/>
            <pc:sldMk cId="4084102221" sldId="282"/>
            <ac:spMk id="3" creationId="{63B37331-C2E9-DFE5-AFB7-DDA2DC8C95A2}"/>
          </ac:spMkLst>
        </pc:spChg>
      </pc:sldChg>
      <pc:sldChg chg="add del">
        <pc:chgData name="Rishi Yadav" userId="c098936d7605519b" providerId="LiveId" clId="{69B207F7-2A67-4D23-BE21-5122BBAF210E}" dt="2026-10-09T10:22:53.669" v="1350" actId="2696"/>
        <pc:sldMkLst>
          <pc:docMk/>
          <pc:sldMk cId="2905774145" sldId="283"/>
        </pc:sldMkLst>
      </pc:sldChg>
      <pc:sldChg chg="del">
        <pc:chgData name="Rishi Yadav" userId="c098936d7605519b" providerId="LiveId" clId="{69B207F7-2A67-4D23-BE21-5122BBAF210E}" dt="2026-10-09T15:01:46.994" v="1627" actId="2696"/>
        <pc:sldMkLst>
          <pc:docMk/>
          <pc:sldMk cId="2851174315" sldId="284"/>
        </pc:sldMkLst>
      </pc:sldChg>
      <pc:sldChg chg="addSp delSp modSp del mod">
        <pc:chgData name="Rishi Yadav" userId="c098936d7605519b" providerId="LiveId" clId="{69B207F7-2A67-4D23-BE21-5122BBAF210E}" dt="2026-10-09T15:05:13.318" v="1661" actId="2696"/>
        <pc:sldMkLst>
          <pc:docMk/>
          <pc:sldMk cId="2337433988" sldId="285"/>
        </pc:sldMkLst>
        <pc:spChg chg="add mod">
          <ac:chgData name="Rishi Yadav" userId="c098936d7605519b" providerId="LiveId" clId="{69B207F7-2A67-4D23-BE21-5122BBAF210E}" dt="2026-10-09T15:02:38.633" v="1635" actId="207"/>
          <ac:spMkLst>
            <pc:docMk/>
            <pc:sldMk cId="2337433988" sldId="285"/>
            <ac:spMk id="2" creationId="{135D7B5E-20FA-CC50-6D3D-BA049F1395EE}"/>
          </ac:spMkLst>
        </pc:spChg>
        <pc:spChg chg="add del mod">
          <ac:chgData name="Rishi Yadav" userId="c098936d7605519b" providerId="LiveId" clId="{69B207F7-2A67-4D23-BE21-5122BBAF210E}" dt="2026-10-09T15:03:26.788" v="1640" actId="478"/>
          <ac:spMkLst>
            <pc:docMk/>
            <pc:sldMk cId="2337433988" sldId="285"/>
            <ac:spMk id="3" creationId="{EDE01EF2-FEA5-4089-2D27-EFBD7B89A98B}"/>
          </ac:spMkLst>
        </pc:spChg>
        <pc:spChg chg="mod">
          <ac:chgData name="Rishi Yadav" userId="c098936d7605519b" providerId="LiveId" clId="{69B207F7-2A67-4D23-BE21-5122BBAF210E}" dt="2026-10-09T15:02:07.717" v="1631" actId="27636"/>
          <ac:spMkLst>
            <pc:docMk/>
            <pc:sldMk cId="2337433988" sldId="285"/>
            <ac:spMk id="4" creationId="{1844B834-60DB-4D23-E61C-2D64F8811D28}"/>
          </ac:spMkLst>
        </pc:spChg>
      </pc:sldChg>
      <pc:sldChg chg="modSp del mod">
        <pc:chgData name="Rishi Yadav" userId="c098936d7605519b" providerId="LiveId" clId="{69B207F7-2A67-4D23-BE21-5122BBAF210E}" dt="2026-10-09T15:05:42.823" v="1664" actId="2696"/>
        <pc:sldMkLst>
          <pc:docMk/>
          <pc:sldMk cId="1361249760" sldId="286"/>
        </pc:sldMkLst>
        <pc:spChg chg="mod">
          <ac:chgData name="Rishi Yadav" userId="c098936d7605519b" providerId="LiveId" clId="{69B207F7-2A67-4D23-BE21-5122BBAF210E}" dt="2026-10-09T08:41:30.764" v="1209" actId="5793"/>
          <ac:spMkLst>
            <pc:docMk/>
            <pc:sldMk cId="1361249760" sldId="286"/>
            <ac:spMk id="6" creationId="{23F0834D-6DDF-CFBC-F265-CB628319325F}"/>
          </ac:spMkLst>
        </pc:spChg>
      </pc:sldChg>
      <pc:sldChg chg="modSp mod">
        <pc:chgData name="Rishi Yadav" userId="c098936d7605519b" providerId="LiveId" clId="{69B207F7-2A67-4D23-BE21-5122BBAF210E}" dt="2026-10-09T16:32:53.518" v="2000"/>
        <pc:sldMkLst>
          <pc:docMk/>
          <pc:sldMk cId="320092788" sldId="287"/>
        </pc:sldMkLst>
        <pc:graphicFrameChg chg="mod">
          <ac:chgData name="Rishi Yadav" userId="c098936d7605519b" providerId="LiveId" clId="{69B207F7-2A67-4D23-BE21-5122BBAF210E}" dt="2026-10-09T16:32:53.518" v="2000"/>
          <ac:graphicFrameMkLst>
            <pc:docMk/>
            <pc:sldMk cId="320092788" sldId="287"/>
            <ac:graphicFrameMk id="3" creationId="{B99EEC2E-79B0-E201-C8BA-63E92AE17696}"/>
          </ac:graphicFrameMkLst>
        </pc:graphicFrameChg>
        <pc:picChg chg="mod">
          <ac:chgData name="Rishi Yadav" userId="c098936d7605519b" providerId="LiveId" clId="{69B207F7-2A67-4D23-BE21-5122BBAF210E}" dt="2026-10-09T15:41:37.532" v="1957" actId="1038"/>
          <ac:picMkLst>
            <pc:docMk/>
            <pc:sldMk cId="320092788" sldId="287"/>
            <ac:picMk id="7" creationId="{4D0EB183-2F48-FDB0-46EB-AA6E8C96C96E}"/>
          </ac:picMkLst>
        </pc:picChg>
      </pc:sldChg>
      <pc:sldChg chg="del">
        <pc:chgData name="Rishi Yadav" userId="c098936d7605519b" providerId="LiveId" clId="{69B207F7-2A67-4D23-BE21-5122BBAF210E}" dt="2026-10-09T06:56:09.103" v="783" actId="2696"/>
        <pc:sldMkLst>
          <pc:docMk/>
          <pc:sldMk cId="1893286204" sldId="288"/>
        </pc:sldMkLst>
      </pc:sldChg>
      <pc:sldChg chg="modSp new add del mod">
        <pc:chgData name="Rishi Yadav" userId="c098936d7605519b" providerId="LiveId" clId="{69B207F7-2A67-4D23-BE21-5122BBAF210E}" dt="2026-10-10T07:06:39.001" v="2527"/>
        <pc:sldMkLst>
          <pc:docMk/>
          <pc:sldMk cId="4165728494" sldId="289"/>
        </pc:sldMkLst>
        <pc:spChg chg="mod">
          <ac:chgData name="Rishi Yadav" userId="c098936d7605519b" providerId="LiveId" clId="{69B207F7-2A67-4D23-BE21-5122BBAF210E}" dt="2026-10-10T07:06:39.001" v="2527"/>
          <ac:spMkLst>
            <pc:docMk/>
            <pc:sldMk cId="4165728494" sldId="289"/>
            <ac:spMk id="2" creationId="{4A3BBA48-1ED1-0E43-0639-FF541880CF18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4165728494" sldId="289"/>
            <ac:spMk id="3" creationId="{A7D8D4EE-DC67-EC64-55A4-7881D4B5F806}"/>
          </ac:spMkLst>
        </pc:spChg>
      </pc:sldChg>
      <pc:sldChg chg="addSp modSp new mod">
        <pc:chgData name="Rishi Yadav" userId="c098936d7605519b" providerId="LiveId" clId="{69B207F7-2A67-4D23-BE21-5122BBAF210E}" dt="2026-10-09T18:24:25.412" v="2127" actId="255"/>
        <pc:sldMkLst>
          <pc:docMk/>
          <pc:sldMk cId="2742515451" sldId="290"/>
        </pc:sldMkLst>
        <pc:spChg chg="add mod">
          <ac:chgData name="Rishi Yadav" userId="c098936d7605519b" providerId="LiveId" clId="{69B207F7-2A67-4D23-BE21-5122BBAF210E}" dt="2026-10-08T06:55:03.729" v="205" actId="403"/>
          <ac:spMkLst>
            <pc:docMk/>
            <pc:sldMk cId="2742515451" sldId="290"/>
            <ac:spMk id="3" creationId="{3161B4F1-B046-CB7A-C64A-E06C93121BFB}"/>
          </ac:spMkLst>
        </pc:spChg>
        <pc:graphicFrameChg chg="add mod">
          <ac:chgData name="Rishi Yadav" userId="c098936d7605519b" providerId="LiveId" clId="{69B207F7-2A67-4D23-BE21-5122BBAF210E}" dt="2026-10-09T18:24:25.412" v="2127" actId="255"/>
          <ac:graphicFrameMkLst>
            <pc:docMk/>
            <pc:sldMk cId="2742515451" sldId="290"/>
            <ac:graphicFrameMk id="2" creationId="{88899AB0-90B4-A256-0027-8AB3EFE1F0FB}"/>
          </ac:graphicFrameMkLst>
        </pc:graphicFrameChg>
      </pc:sldChg>
      <pc:sldChg chg="addSp delSp modSp new mod ord">
        <pc:chgData name="Rishi Yadav" userId="c098936d7605519b" providerId="LiveId" clId="{69B207F7-2A67-4D23-BE21-5122BBAF210E}" dt="2026-10-09T18:49:24.585" v="2477"/>
        <pc:sldMkLst>
          <pc:docMk/>
          <pc:sldMk cId="182727110" sldId="291"/>
        </pc:sldMkLst>
        <pc:spChg chg="mod">
          <ac:chgData name="Rishi Yadav" userId="c098936d7605519b" providerId="LiveId" clId="{69B207F7-2A67-4D23-BE21-5122BBAF210E}" dt="2026-10-09T08:06:21.434" v="1130" actId="20577"/>
          <ac:spMkLst>
            <pc:docMk/>
            <pc:sldMk cId="182727110" sldId="291"/>
            <ac:spMk id="2" creationId="{902CAFE1-81A8-1F37-F4CC-7DDAE3F55AF2}"/>
          </ac:spMkLst>
        </pc:spChg>
        <pc:spChg chg="del">
          <ac:chgData name="Rishi Yadav" userId="c098936d7605519b" providerId="LiveId" clId="{69B207F7-2A67-4D23-BE21-5122BBAF210E}" dt="2026-10-09T07:21:29.371" v="1012" actId="22"/>
          <ac:spMkLst>
            <pc:docMk/>
            <pc:sldMk cId="182727110" sldId="291"/>
            <ac:spMk id="3" creationId="{C673BD85-9C6F-5585-9F67-0E2252955E6E}"/>
          </ac:spMkLst>
        </pc:spChg>
        <pc:spChg chg="add del mod">
          <ac:chgData name="Rishi Yadav" userId="c098936d7605519b" providerId="LiveId" clId="{69B207F7-2A67-4D23-BE21-5122BBAF210E}" dt="2026-10-09T07:22:05.820" v="1017"/>
          <ac:spMkLst>
            <pc:docMk/>
            <pc:sldMk cId="182727110" sldId="291"/>
            <ac:spMk id="9" creationId="{08E71483-CB1C-D2DC-8CC8-581A1A61E330}"/>
          </ac:spMkLst>
        </pc:spChg>
        <pc:spChg chg="add del mod">
          <ac:chgData name="Rishi Yadav" userId="c098936d7605519b" providerId="LiveId" clId="{69B207F7-2A67-4D23-BE21-5122BBAF210E}" dt="2026-10-09T08:00:45.767" v="1087"/>
          <ac:spMkLst>
            <pc:docMk/>
            <pc:sldMk cId="182727110" sldId="291"/>
            <ac:spMk id="14" creationId="{85832FD5-17B8-5314-10E3-D39A5078506C}"/>
          </ac:spMkLst>
        </pc:spChg>
        <pc:spChg chg="add mod">
          <ac:chgData name="Rishi Yadav" userId="c098936d7605519b" providerId="LiveId" clId="{69B207F7-2A67-4D23-BE21-5122BBAF210E}" dt="2026-10-09T08:03:35.505" v="1110" actId="2085"/>
          <ac:spMkLst>
            <pc:docMk/>
            <pc:sldMk cId="182727110" sldId="291"/>
            <ac:spMk id="22" creationId="{47786CF8-304B-B9CE-4F2E-DE0E438955B5}"/>
          </ac:spMkLst>
        </pc:spChg>
        <pc:spChg chg="add mod">
          <ac:chgData name="Rishi Yadav" userId="c098936d7605519b" providerId="LiveId" clId="{69B207F7-2A67-4D23-BE21-5122BBAF210E}" dt="2026-10-09T08:06:44.613" v="1131" actId="12"/>
          <ac:spMkLst>
            <pc:docMk/>
            <pc:sldMk cId="182727110" sldId="291"/>
            <ac:spMk id="24" creationId="{06051063-0F37-7D3B-6CAA-DE229115DFE9}"/>
          </ac:spMkLst>
        </pc:spChg>
        <pc:graphicFrameChg chg="add del mod">
          <ac:chgData name="Rishi Yadav" userId="c098936d7605519b" providerId="LiveId" clId="{69B207F7-2A67-4D23-BE21-5122BBAF210E}" dt="2026-10-09T07:56:12.837" v="1077" actId="21"/>
          <ac:graphicFrameMkLst>
            <pc:docMk/>
            <pc:sldMk cId="182727110" sldId="291"/>
            <ac:graphicFrameMk id="11" creationId="{9519D919-55FC-98E7-3F6D-00E5CA60CA22}"/>
          </ac:graphicFrameMkLst>
        </pc:graphicFrameChg>
        <pc:graphicFrameChg chg="add del mod">
          <ac:chgData name="Rishi Yadav" userId="c098936d7605519b" providerId="LiveId" clId="{69B207F7-2A67-4D23-BE21-5122BBAF210E}" dt="2026-10-09T07:49:30.374" v="1063" actId="21"/>
          <ac:graphicFrameMkLst>
            <pc:docMk/>
            <pc:sldMk cId="182727110" sldId="291"/>
            <ac:graphicFrameMk id="12" creationId="{7E04190E-54B1-68BD-70D4-77BF233BB722}"/>
          </ac:graphicFrameMkLst>
        </pc:graphicFrameChg>
        <pc:graphicFrameChg chg="add mod">
          <ac:chgData name="Rishi Yadav" userId="c098936d7605519b" providerId="LiveId" clId="{69B207F7-2A67-4D23-BE21-5122BBAF210E}" dt="2026-10-09T07:57:48.455" v="1085" actId="1957"/>
          <ac:graphicFrameMkLst>
            <pc:docMk/>
            <pc:sldMk cId="182727110" sldId="291"/>
            <ac:graphicFrameMk id="19" creationId="{22940615-770C-A27E-D554-C9AC791BA3A5}"/>
          </ac:graphicFrameMkLst>
        </pc:graphicFrameChg>
        <pc:graphicFrameChg chg="add mod">
          <ac:chgData name="Rishi Yadav" userId="c098936d7605519b" providerId="LiveId" clId="{69B207F7-2A67-4D23-BE21-5122BBAF210E}" dt="2026-10-09T07:57:44.810" v="1084"/>
          <ac:graphicFrameMkLst>
            <pc:docMk/>
            <pc:sldMk cId="182727110" sldId="291"/>
            <ac:graphicFrameMk id="20" creationId="{D4978473-8488-D2E2-7BD0-23392E6DB5CC}"/>
          </ac:graphicFrameMkLst>
        </pc:graphicFrameChg>
        <pc:graphicFrameChg chg="add mod">
          <ac:chgData name="Rishi Yadav" userId="c098936d7605519b" providerId="LiveId" clId="{69B207F7-2A67-4D23-BE21-5122BBAF210E}" dt="2026-10-09T18:26:23.700" v="2136" actId="14100"/>
          <ac:graphicFrameMkLst>
            <pc:docMk/>
            <pc:sldMk cId="182727110" sldId="291"/>
            <ac:graphicFrameMk id="21" creationId="{D4978473-8488-D2E2-7BD0-23392E6DB5CC}"/>
          </ac:graphicFrameMkLst>
        </pc:graphicFrameChg>
        <pc:picChg chg="add del mod ord">
          <ac:chgData name="Rishi Yadav" userId="c098936d7605519b" providerId="LiveId" clId="{69B207F7-2A67-4D23-BE21-5122BBAF210E}" dt="2026-10-09T07:21:50.126" v="1013" actId="21"/>
          <ac:picMkLst>
            <pc:docMk/>
            <pc:sldMk cId="182727110" sldId="291"/>
            <ac:picMk id="7" creationId="{DE320EBD-2C00-6B34-ACAB-1EB0F492C17D}"/>
          </ac:picMkLst>
        </pc:picChg>
        <pc:picChg chg="add mod">
          <ac:chgData name="Rishi Yadav" userId="c098936d7605519b" providerId="LiveId" clId="{69B207F7-2A67-4D23-BE21-5122BBAF210E}" dt="2026-10-09T07:21:55.606" v="1015"/>
          <ac:picMkLst>
            <pc:docMk/>
            <pc:sldMk cId="182727110" sldId="291"/>
            <ac:picMk id="10" creationId="{DE320EBD-2C00-6B34-ACAB-1EB0F492C17D}"/>
          </ac:picMkLst>
        </pc:picChg>
      </pc:sldChg>
      <pc:sldChg chg="addSp modSp new del mod">
        <pc:chgData name="Rishi Yadav" userId="c098936d7605519b" providerId="LiveId" clId="{69B207F7-2A67-4D23-BE21-5122BBAF210E}" dt="2026-10-08T07:00:49.595" v="221" actId="2696"/>
        <pc:sldMkLst>
          <pc:docMk/>
          <pc:sldMk cId="3222608971" sldId="291"/>
        </pc:sldMkLst>
        <pc:graphicFrameChg chg="add mod modGraphic">
          <ac:chgData name="Rishi Yadav" userId="c098936d7605519b" providerId="LiveId" clId="{69B207F7-2A67-4D23-BE21-5122BBAF210E}" dt="2026-10-08T07:00:42.906" v="220" actId="207"/>
          <ac:graphicFrameMkLst>
            <pc:docMk/>
            <pc:sldMk cId="3222608971" sldId="291"/>
            <ac:graphicFrameMk id="2" creationId="{E01516F4-A272-0CFF-492C-DCE246C6A1C5}"/>
          </ac:graphicFrameMkLst>
        </pc:graphicFrameChg>
      </pc:sldChg>
      <pc:sldChg chg="addSp modSp new del mod">
        <pc:chgData name="Rishi Yadav" userId="c098936d7605519b" providerId="LiveId" clId="{69B207F7-2A67-4D23-BE21-5122BBAF210E}" dt="2026-10-08T06:58:56.379" v="210" actId="2696"/>
        <pc:sldMkLst>
          <pc:docMk/>
          <pc:sldMk cId="3354395806" sldId="291"/>
        </pc:sldMkLst>
        <pc:graphicFrameChg chg="add mod modGraphic">
          <ac:chgData name="Rishi Yadav" userId="c098936d7605519b" providerId="LiveId" clId="{69B207F7-2A67-4D23-BE21-5122BBAF210E}" dt="2026-10-08T06:58:16.777" v="209" actId="14100"/>
          <ac:graphicFrameMkLst>
            <pc:docMk/>
            <pc:sldMk cId="3354395806" sldId="291"/>
            <ac:graphicFrameMk id="2" creationId="{C8EF8705-42C3-3DD8-7210-94173FCB7438}"/>
          </ac:graphicFrameMkLst>
        </pc:graphicFrameChg>
      </pc:sldChg>
      <pc:sldChg chg="addSp delSp modSp new mod">
        <pc:chgData name="Rishi Yadav" userId="c098936d7605519b" providerId="LiveId" clId="{69B207F7-2A67-4D23-BE21-5122BBAF210E}" dt="2026-10-09T18:25:25.594" v="2130" actId="13926"/>
        <pc:sldMkLst>
          <pc:docMk/>
          <pc:sldMk cId="14211825" sldId="292"/>
        </pc:sldMkLst>
        <pc:spChg chg="mod">
          <ac:chgData name="Rishi Yadav" userId="c098936d7605519b" providerId="LiveId" clId="{69B207F7-2A67-4D23-BE21-5122BBAF210E}" dt="2026-10-09T08:14:11.994" v="1165" actId="14100"/>
          <ac:spMkLst>
            <pc:docMk/>
            <pc:sldMk cId="14211825" sldId="292"/>
            <ac:spMk id="2" creationId="{A7E0A9EC-992F-C6AB-B39E-7361B7BC42E1}"/>
          </ac:spMkLst>
        </pc:spChg>
        <pc:spChg chg="del">
          <ac:chgData name="Rishi Yadav" userId="c098936d7605519b" providerId="LiveId" clId="{69B207F7-2A67-4D23-BE21-5122BBAF210E}" dt="2026-10-09T07:56:16.707" v="1079"/>
          <ac:spMkLst>
            <pc:docMk/>
            <pc:sldMk cId="14211825" sldId="292"/>
            <ac:spMk id="3" creationId="{CD9C0C24-3528-1E39-ED65-4B328AF14120}"/>
          </ac:spMkLst>
        </pc:spChg>
        <pc:spChg chg="add del mod">
          <ac:chgData name="Rishi Yadav" userId="c098936d7605519b" providerId="LiveId" clId="{69B207F7-2A67-4D23-BE21-5122BBAF210E}" dt="2026-10-09T08:17:45.225" v="1176" actId="478"/>
          <ac:spMkLst>
            <pc:docMk/>
            <pc:sldMk cId="14211825" sldId="292"/>
            <ac:spMk id="4" creationId="{5D6DD06B-69DF-EC43-0F95-8CF69C640B95}"/>
          </ac:spMkLst>
        </pc:spChg>
        <pc:spChg chg="add mod">
          <ac:chgData name="Rishi Yadav" userId="c098936d7605519b" providerId="LiveId" clId="{69B207F7-2A67-4D23-BE21-5122BBAF210E}" dt="2026-10-09T08:18:22.453" v="1185" actId="207"/>
          <ac:spMkLst>
            <pc:docMk/>
            <pc:sldMk cId="14211825" sldId="292"/>
            <ac:spMk id="6" creationId="{CCBD7371-4349-9ECA-B1E9-EC73397B32FA}"/>
          </ac:spMkLst>
        </pc:spChg>
        <pc:graphicFrameChg chg="add mod">
          <ac:chgData name="Rishi Yadav" userId="c098936d7605519b" providerId="LiveId" clId="{69B207F7-2A67-4D23-BE21-5122BBAF210E}" dt="2026-10-09T18:25:25.594" v="2130" actId="13926"/>
          <ac:graphicFrameMkLst>
            <pc:docMk/>
            <pc:sldMk cId="14211825" sldId="292"/>
            <ac:graphicFrameMk id="11" creationId="{9519D919-55FC-98E7-3F6D-00E5CA60CA22}"/>
          </ac:graphicFrameMkLst>
        </pc:graphicFrameChg>
      </pc:sldChg>
      <pc:sldChg chg="addSp modSp new mod ord">
        <pc:chgData name="Rishi Yadav" userId="c098936d7605519b" providerId="LiveId" clId="{69B207F7-2A67-4D23-BE21-5122BBAF210E}" dt="2026-10-10T07:06:39.001" v="2527"/>
        <pc:sldMkLst>
          <pc:docMk/>
          <pc:sldMk cId="258804825" sldId="293"/>
        </pc:sldMkLst>
        <pc:spChg chg="mod">
          <ac:chgData name="Rishi Yadav" userId="c098936d7605519b" providerId="LiveId" clId="{69B207F7-2A67-4D23-BE21-5122BBAF210E}" dt="2026-10-09T08:08:13.531" v="1137" actId="12"/>
          <ac:spMkLst>
            <pc:docMk/>
            <pc:sldMk cId="258804825" sldId="293"/>
            <ac:spMk id="2" creationId="{1B5F2226-C208-6D56-EE49-583BE0E69488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258804825" sldId="293"/>
            <ac:spMk id="3" creationId="{75D718E2-114C-B7A2-E83C-23153E19D36D}"/>
          </ac:spMkLst>
        </pc:spChg>
        <pc:graphicFrameChg chg="add mod">
          <ac:chgData name="Rishi Yadav" userId="c098936d7605519b" providerId="LiveId" clId="{69B207F7-2A67-4D23-BE21-5122BBAF210E}" dt="2026-10-09T18:29:16.344" v="2154" actId="14100"/>
          <ac:graphicFrameMkLst>
            <pc:docMk/>
            <pc:sldMk cId="258804825" sldId="293"/>
            <ac:graphicFrameMk id="4" creationId="{7E04190E-54B1-68BD-70D4-77BF233BB722}"/>
          </ac:graphicFrameMkLst>
        </pc:graphicFrameChg>
      </pc:sldChg>
      <pc:sldChg chg="modSp new mod">
        <pc:chgData name="Rishi Yadav" userId="c098936d7605519b" providerId="LiveId" clId="{69B207F7-2A67-4D23-BE21-5122BBAF210E}" dt="2026-10-10T07:06:39.001" v="2527"/>
        <pc:sldMkLst>
          <pc:docMk/>
          <pc:sldMk cId="3051612919" sldId="294"/>
        </pc:sldMkLst>
        <pc:spChg chg="mod">
          <ac:chgData name="Rishi Yadav" userId="c098936d7605519b" providerId="LiveId" clId="{69B207F7-2A67-4D23-BE21-5122BBAF210E}" dt="2026-10-10T07:06:39.001" v="2527"/>
          <ac:spMkLst>
            <pc:docMk/>
            <pc:sldMk cId="3051612919" sldId="294"/>
            <ac:spMk id="2" creationId="{FB0EEC92-20EB-9B41-7B4F-8F6D49A1DB75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3051612919" sldId="294"/>
            <ac:spMk id="3" creationId="{0CC51F5F-E8C1-9988-270B-49E4753C3A39}"/>
          </ac:spMkLst>
        </pc:spChg>
      </pc:sldChg>
      <pc:sldChg chg="modSp new del mod">
        <pc:chgData name="Rishi Yadav" userId="c098936d7605519b" providerId="LiveId" clId="{69B207F7-2A67-4D23-BE21-5122BBAF210E}" dt="2026-10-09T15:27:18.959" v="1843" actId="2696"/>
        <pc:sldMkLst>
          <pc:docMk/>
          <pc:sldMk cId="2791802877" sldId="295"/>
        </pc:sldMkLst>
        <pc:spChg chg="mod">
          <ac:chgData name="Rishi Yadav" userId="c098936d7605519b" providerId="LiveId" clId="{69B207F7-2A67-4D23-BE21-5122BBAF210E}" dt="2026-10-09T15:26:08.232" v="1831" actId="21"/>
          <ac:spMkLst>
            <pc:docMk/>
            <pc:sldMk cId="2791802877" sldId="295"/>
            <ac:spMk id="3" creationId="{89659D29-11AB-3C9C-33AF-4DC274B5AC70}"/>
          </ac:spMkLst>
        </pc:spChg>
      </pc:sldChg>
      <pc:sldChg chg="modSp new add del mod">
        <pc:chgData name="Rishi Yadav" userId="c098936d7605519b" providerId="LiveId" clId="{69B207F7-2A67-4D23-BE21-5122BBAF210E}" dt="2026-10-09T15:34:33.502" v="1908" actId="2696"/>
        <pc:sldMkLst>
          <pc:docMk/>
          <pc:sldMk cId="2592488798" sldId="296"/>
        </pc:sldMkLst>
        <pc:spChg chg="mod">
          <ac:chgData name="Rishi Yadav" userId="c098936d7605519b" providerId="LiveId" clId="{69B207F7-2A67-4D23-BE21-5122BBAF210E}" dt="2026-10-09T15:33:51.282" v="1900" actId="21"/>
          <ac:spMkLst>
            <pc:docMk/>
            <pc:sldMk cId="2592488798" sldId="296"/>
            <ac:spMk id="2" creationId="{851F2CEC-447D-A567-14D9-AEC1C902164A}"/>
          </ac:spMkLst>
        </pc:spChg>
        <pc:spChg chg="mod">
          <ac:chgData name="Rishi Yadav" userId="c098936d7605519b" providerId="LiveId" clId="{69B207F7-2A67-4D23-BE21-5122BBAF210E}" dt="2026-10-09T15:32:14.543" v="1885" actId="21"/>
          <ac:spMkLst>
            <pc:docMk/>
            <pc:sldMk cId="2592488798" sldId="296"/>
            <ac:spMk id="3" creationId="{D3A14793-EE5E-88DE-1E3B-D15EFC89BA46}"/>
          </ac:spMkLst>
        </pc:spChg>
      </pc:sldChg>
      <pc:sldChg chg="modSp new del mod">
        <pc:chgData name="Rishi Yadav" userId="c098936d7605519b" providerId="LiveId" clId="{69B207F7-2A67-4D23-BE21-5122BBAF210E}" dt="2026-10-09T15:34:29.756" v="1907" actId="2696"/>
        <pc:sldMkLst>
          <pc:docMk/>
          <pc:sldMk cId="2993667725" sldId="297"/>
        </pc:sldMkLst>
        <pc:spChg chg="mod">
          <ac:chgData name="Rishi Yadav" userId="c098936d7605519b" providerId="LiveId" clId="{69B207F7-2A67-4D23-BE21-5122BBAF210E}" dt="2026-10-09T15:32:26.486" v="1888"/>
          <ac:spMkLst>
            <pc:docMk/>
            <pc:sldMk cId="2993667725" sldId="297"/>
            <ac:spMk id="3" creationId="{DAAB5646-CBF2-2815-5D4C-8C3950F13725}"/>
          </ac:spMkLst>
        </pc:spChg>
      </pc:sldChg>
      <pc:sldChg chg="modSp new mod setBg">
        <pc:chgData name="Rishi Yadav" userId="c098936d7605519b" providerId="LiveId" clId="{69B207F7-2A67-4D23-BE21-5122BBAF210E}" dt="2026-10-10T07:06:39.001" v="2527"/>
        <pc:sldMkLst>
          <pc:docMk/>
          <pc:sldMk cId="3351510511" sldId="298"/>
        </pc:sldMkLst>
        <pc:spChg chg="mod">
          <ac:chgData name="Rishi Yadav" userId="c098936d7605519b" providerId="LiveId" clId="{69B207F7-2A67-4D23-BE21-5122BBAF210E}" dt="2026-10-10T07:06:39.001" v="2527"/>
          <ac:spMkLst>
            <pc:docMk/>
            <pc:sldMk cId="3351510511" sldId="298"/>
            <ac:spMk id="2" creationId="{DA8E5867-90CE-34D9-81B6-D6AE77E7E229}"/>
          </ac:spMkLst>
        </pc:spChg>
        <pc:spChg chg="mod">
          <ac:chgData name="Rishi Yadav" userId="c098936d7605519b" providerId="LiveId" clId="{69B207F7-2A67-4D23-BE21-5122BBAF210E}" dt="2026-10-10T07:06:39.001" v="2527"/>
          <ac:spMkLst>
            <pc:docMk/>
            <pc:sldMk cId="3351510511" sldId="298"/>
            <ac:spMk id="3" creationId="{D9AA906C-E83D-483F-5A48-EA1BD5DB5E4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098936d7605519b/Desktop/Internship/1st%20project/Bike%20sharing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project.xlsx]KPI'S!PivotTable11</c:name>
    <c:fmtId val="21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2"/>
            </a:solidFill>
            <a:miter lim="800000"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2"/>
            </a:solidFill>
            <a:miter lim="800000"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2"/>
            </a:solidFill>
            <a:miter lim="800000"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'KPI''S'!$AI$9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miter lim="800000"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'KPI''S'!$AH$10:$AH$55</c:f>
              <c:strCache>
                <c:ptCount val="45"/>
                <c:pt idx="0">
                  <c:v>1/1/2011</c:v>
                </c:pt>
                <c:pt idx="1">
                  <c:v>1/2/2011</c:v>
                </c:pt>
                <c:pt idx="2">
                  <c:v>1/3/2011</c:v>
                </c:pt>
                <c:pt idx="3">
                  <c:v>1/4/2011</c:v>
                </c:pt>
                <c:pt idx="4">
                  <c:v>1/5/2011</c:v>
                </c:pt>
                <c:pt idx="5">
                  <c:v>1/6/2011</c:v>
                </c:pt>
                <c:pt idx="6">
                  <c:v>1/7/2011</c:v>
                </c:pt>
                <c:pt idx="7">
                  <c:v>1/8/2011</c:v>
                </c:pt>
                <c:pt idx="8">
                  <c:v>1/9/2011</c:v>
                </c:pt>
                <c:pt idx="9">
                  <c:v>1/10/2011</c:v>
                </c:pt>
                <c:pt idx="10">
                  <c:v>1/11/2011</c:v>
                </c:pt>
                <c:pt idx="11">
                  <c:v>1/12/2011</c:v>
                </c:pt>
                <c:pt idx="12">
                  <c:v>1/13/2011</c:v>
                </c:pt>
                <c:pt idx="13">
                  <c:v>1/14/2011</c:v>
                </c:pt>
                <c:pt idx="14">
                  <c:v>1/15/2011</c:v>
                </c:pt>
                <c:pt idx="15">
                  <c:v>1/16/2011</c:v>
                </c:pt>
                <c:pt idx="16">
                  <c:v>1/17/2011</c:v>
                </c:pt>
                <c:pt idx="17">
                  <c:v>1/18/2011</c:v>
                </c:pt>
                <c:pt idx="18">
                  <c:v>1/19/2011</c:v>
                </c:pt>
                <c:pt idx="19">
                  <c:v>1/20/2011</c:v>
                </c:pt>
                <c:pt idx="20">
                  <c:v>1/21/2011</c:v>
                </c:pt>
                <c:pt idx="21">
                  <c:v>1/22/2011</c:v>
                </c:pt>
                <c:pt idx="22">
                  <c:v>1/23/2011</c:v>
                </c:pt>
                <c:pt idx="23">
                  <c:v>1/24/2011</c:v>
                </c:pt>
                <c:pt idx="24">
                  <c:v>1/25/2011</c:v>
                </c:pt>
                <c:pt idx="25">
                  <c:v>1/26/2011</c:v>
                </c:pt>
                <c:pt idx="26">
                  <c:v>1/27/2011</c:v>
                </c:pt>
                <c:pt idx="27">
                  <c:v>1/28/2011</c:v>
                </c:pt>
                <c:pt idx="28">
                  <c:v>1/29/2011</c:v>
                </c:pt>
                <c:pt idx="29">
                  <c:v>1/30/2011</c:v>
                </c:pt>
                <c:pt idx="30">
                  <c:v>1/31/2011</c:v>
                </c:pt>
                <c:pt idx="31">
                  <c:v>2/1/2011</c:v>
                </c:pt>
                <c:pt idx="32">
                  <c:v>2/2/2011</c:v>
                </c:pt>
                <c:pt idx="33">
                  <c:v>2/3/2011</c:v>
                </c:pt>
                <c:pt idx="34">
                  <c:v>2/4/2011</c:v>
                </c:pt>
                <c:pt idx="35">
                  <c:v>2/5/2011</c:v>
                </c:pt>
                <c:pt idx="36">
                  <c:v>2/6/2011</c:v>
                </c:pt>
                <c:pt idx="37">
                  <c:v>2/7/2011</c:v>
                </c:pt>
                <c:pt idx="38">
                  <c:v>2/8/2011</c:v>
                </c:pt>
                <c:pt idx="39">
                  <c:v>2/9/2011</c:v>
                </c:pt>
                <c:pt idx="40">
                  <c:v>2/10/2011</c:v>
                </c:pt>
                <c:pt idx="41">
                  <c:v>2/11/2011</c:v>
                </c:pt>
                <c:pt idx="42">
                  <c:v>2/12/2011</c:v>
                </c:pt>
                <c:pt idx="43">
                  <c:v>2/13/2011</c:v>
                </c:pt>
                <c:pt idx="44">
                  <c:v>2/14/2011</c:v>
                </c:pt>
              </c:strCache>
            </c:strRef>
          </c:cat>
          <c:val>
            <c:numRef>
              <c:f>'KPI''S'!$AI$10:$AI$55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49-4B38-A4DB-16DE81E89D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2200495"/>
        <c:axId val="132201455"/>
      </c:lineChart>
      <c:catAx>
        <c:axId val="132200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32201455"/>
        <c:crosses val="autoZero"/>
        <c:auto val="1"/>
        <c:lblAlgn val="ctr"/>
        <c:lblOffset val="100"/>
        <c:noMultiLvlLbl val="0"/>
      </c:catAx>
      <c:valAx>
        <c:axId val="1322014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2200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project.xlsx]KPI'S!PivotTable4</c:name>
    <c:fmtId val="18"/>
  </c:pivotSource>
  <c:chart>
    <c:autoTitleDeleted val="1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'KPI''S'!$C$11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'KPI''S'!$B$12:$B$36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'KPI''S'!$C$12:$C$36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F-4BA8-AA06-11A018DDEE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0338544"/>
        <c:axId val="170335184"/>
      </c:barChart>
      <c:catAx>
        <c:axId val="170338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 Black" panose="020B0A04020102020204" pitchFamily="34" charset="0"/>
                <a:ea typeface="+mn-ea"/>
                <a:cs typeface="+mn-cs"/>
              </a:defRPr>
            </a:pPr>
            <a:endParaRPr lang="en-US"/>
          </a:p>
        </c:txPr>
        <c:crossAx val="170335184"/>
        <c:crosses val="autoZero"/>
        <c:auto val="1"/>
        <c:lblAlgn val="ctr"/>
        <c:lblOffset val="100"/>
        <c:noMultiLvlLbl val="0"/>
      </c:catAx>
      <c:valAx>
        <c:axId val="1703351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70338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project.xlsx]KPI'S!PivotTable8</c:name>
    <c:fmtId val="28"/>
  </c:pivotSource>
  <c:chart>
    <c:autoTitleDeleted val="1"/>
    <c:pivotFmts>
      <c:pivotFmt>
        <c:idx val="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2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3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4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5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6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7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8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9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0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1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2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5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6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7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gradFill flip="none" rotWithShape="1">
              <a:gsLst>
                <a:gs pos="83000">
                  <a:schemeClr val="accent2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8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39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0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1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2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accent2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3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  <c:pivotFmt>
        <c:idx val="144"/>
        <c:spPr>
          <a:pattFill prst="ltUpDiag">
            <a:fgClr>
              <a:schemeClr val="accent2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2"/>
            </a:outerShdw>
          </a:effectLst>
        </c:spPr>
        <c:marker>
          <c:symbol val="circle"/>
          <c:size val="14"/>
          <c:spPr>
            <a:solidFill>
              <a:schemeClr val="accent2"/>
            </a:solidFill>
            <a:ln>
              <a:noFill/>
            </a:ln>
            <a:effectLst/>
          </c:spPr>
        </c:marker>
      </c:pivotFmt>
    </c:pivotFmts>
    <c:plotArea>
      <c:layout>
        <c:manualLayout>
          <c:layoutTarget val="inner"/>
          <c:xMode val="edge"/>
          <c:yMode val="edge"/>
          <c:x val="6.1813992707925071E-3"/>
          <c:y val="0"/>
          <c:w val="0.99381860072920747"/>
          <c:h val="1"/>
        </c:manualLayout>
      </c:layout>
      <c:lineChart>
        <c:grouping val="stacked"/>
        <c:varyColors val="0"/>
        <c:ser>
          <c:idx val="0"/>
          <c:order val="0"/>
          <c:tx>
            <c:strRef>
              <c:f>'KPI''S'!$Q$36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2"/>
              </a:outerShdw>
            </a:effectLst>
          </c:spPr>
          <c:marker>
            <c:symbol val="circle"/>
            <c:size val="14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Pt>
            <c:idx val="5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6E2-4094-A66A-4FD115371D36}"/>
              </c:ext>
            </c:extLst>
          </c:dPt>
          <c:dPt>
            <c:idx val="6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6E2-4094-A66A-4FD115371D36}"/>
              </c:ext>
            </c:extLst>
          </c:dPt>
          <c:dPt>
            <c:idx val="7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6E2-4094-A66A-4FD115371D36}"/>
              </c:ext>
            </c:extLst>
          </c:dPt>
          <c:dPt>
            <c:idx val="8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F6E2-4094-A66A-4FD115371D36}"/>
              </c:ext>
            </c:extLst>
          </c:dPt>
          <c:dPt>
            <c:idx val="9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F6E2-4094-A66A-4FD115371D36}"/>
              </c:ext>
            </c:extLst>
          </c:dPt>
          <c:dPt>
            <c:idx val="10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gradFill flip="none" rotWithShape="1">
                  <a:gsLst>
                    <a:gs pos="83000">
                      <a:schemeClr val="accent2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2700000" scaled="1"/>
                  <a:tileRect/>
                </a:gra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F6E2-4094-A66A-4FD115371D36}"/>
              </c:ext>
            </c:extLst>
          </c:dPt>
          <c:dPt>
            <c:idx val="11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F6E2-4094-A66A-4FD115371D36}"/>
              </c:ext>
            </c:extLst>
          </c:dPt>
          <c:dPt>
            <c:idx val="12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F6E2-4094-A66A-4FD115371D36}"/>
              </c:ext>
            </c:extLst>
          </c:dPt>
          <c:dPt>
            <c:idx val="13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F6E2-4094-A66A-4FD115371D36}"/>
              </c:ext>
            </c:extLst>
          </c:dPt>
          <c:dPt>
            <c:idx val="14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F6E2-4094-A66A-4FD115371D36}"/>
              </c:ext>
            </c:extLst>
          </c:dPt>
          <c:dPt>
            <c:idx val="15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spPr>
              <a:ln w="25400" cap="rnd">
                <a:solidFill>
                  <a:schemeClr val="accent2"/>
                </a:solidFill>
                <a:round/>
              </a:ln>
              <a:effectLst>
                <a:outerShdw dist="25400" dir="2700000" algn="tl" rotWithShape="0">
                  <a:schemeClr val="accent2"/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F6E2-4094-A66A-4FD115371D36}"/>
              </c:ext>
            </c:extLst>
          </c:dPt>
          <c:dPt>
            <c:idx val="16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F6E2-4094-A66A-4FD115371D36}"/>
              </c:ext>
            </c:extLst>
          </c:dPt>
          <c:dPt>
            <c:idx val="17"/>
            <c:marker>
              <c:symbol val="circle"/>
              <c:size val="14"/>
              <c:spPr>
                <a:solidFill>
                  <a:schemeClr val="accent2"/>
                </a:solidFill>
                <a:ln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F6E2-4094-A66A-4FD115371D36}"/>
              </c:ext>
            </c:extLst>
          </c:dPt>
          <c:dLbls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'KPI''S'!$P$37:$P$60</c:f>
              <c:strCache>
                <c:ptCount val="23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</c:v>
                </c:pt>
                <c:pt idx="5">
                  <c:v>0.12</c:v>
                </c:pt>
                <c:pt idx="6">
                  <c:v>0.14</c:v>
                </c:pt>
                <c:pt idx="7">
                  <c:v>0.16</c:v>
                </c:pt>
                <c:pt idx="8">
                  <c:v>0.18</c:v>
                </c:pt>
                <c:pt idx="9">
                  <c:v>0.2</c:v>
                </c:pt>
                <c:pt idx="10">
                  <c:v>0.22</c:v>
                </c:pt>
                <c:pt idx="11">
                  <c:v>0.24</c:v>
                </c:pt>
                <c:pt idx="12">
                  <c:v>0.26</c:v>
                </c:pt>
                <c:pt idx="13">
                  <c:v>0.28</c:v>
                </c:pt>
                <c:pt idx="14">
                  <c:v>0.3</c:v>
                </c:pt>
                <c:pt idx="15">
                  <c:v>0.32</c:v>
                </c:pt>
                <c:pt idx="16">
                  <c:v>0.34</c:v>
                </c:pt>
                <c:pt idx="17">
                  <c:v>0.36</c:v>
                </c:pt>
                <c:pt idx="18">
                  <c:v>0.38</c:v>
                </c:pt>
                <c:pt idx="19">
                  <c:v>0.4</c:v>
                </c:pt>
                <c:pt idx="20">
                  <c:v>0.42</c:v>
                </c:pt>
                <c:pt idx="21">
                  <c:v>0.44</c:v>
                </c:pt>
                <c:pt idx="22">
                  <c:v>0.46</c:v>
                </c:pt>
              </c:strCache>
            </c:strRef>
          </c:cat>
          <c:val>
            <c:numRef>
              <c:f>'KPI''S'!$Q$37:$Q$60</c:f>
              <c:numCache>
                <c:formatCode>General</c:formatCode>
                <c:ptCount val="23"/>
                <c:pt idx="0">
                  <c:v>168</c:v>
                </c:pt>
                <c:pt idx="1">
                  <c:v>387</c:v>
                </c:pt>
                <c:pt idx="2">
                  <c:v>608</c:v>
                </c:pt>
                <c:pt idx="3">
                  <c:v>357</c:v>
                </c:pt>
                <c:pt idx="4">
                  <c:v>1259</c:v>
                </c:pt>
                <c:pt idx="5">
                  <c:v>2104</c:v>
                </c:pt>
                <c:pt idx="6">
                  <c:v>4335</c:v>
                </c:pt>
                <c:pt idx="7">
                  <c:v>7003</c:v>
                </c:pt>
                <c:pt idx="8">
                  <c:v>4045</c:v>
                </c:pt>
                <c:pt idx="9">
                  <c:v>7926</c:v>
                </c:pt>
                <c:pt idx="10">
                  <c:v>7212</c:v>
                </c:pt>
                <c:pt idx="11">
                  <c:v>5965</c:v>
                </c:pt>
                <c:pt idx="12">
                  <c:v>3157</c:v>
                </c:pt>
                <c:pt idx="13">
                  <c:v>1958</c:v>
                </c:pt>
                <c:pt idx="14">
                  <c:v>3551</c:v>
                </c:pt>
                <c:pt idx="15">
                  <c:v>1966</c:v>
                </c:pt>
                <c:pt idx="16">
                  <c:v>2478</c:v>
                </c:pt>
                <c:pt idx="17">
                  <c:v>1341</c:v>
                </c:pt>
                <c:pt idx="18">
                  <c:v>521</c:v>
                </c:pt>
                <c:pt idx="19">
                  <c:v>985</c:v>
                </c:pt>
                <c:pt idx="20">
                  <c:v>519</c:v>
                </c:pt>
                <c:pt idx="21">
                  <c:v>194</c:v>
                </c:pt>
                <c:pt idx="22">
                  <c:v>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7-F6E2-4094-A66A-4FD115371D3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22225" cap="flat" cmpd="sng" algn="ctr">
              <a:solidFill>
                <a:schemeClr val="tx1"/>
              </a:solidFill>
              <a:round/>
            </a:ln>
            <a:effectLst/>
          </c:spPr>
        </c:dropLines>
        <c:upDownBars>
          <c:gapWidth val="160"/>
          <c:upBars>
            <c:spPr>
              <a:solidFill>
                <a:schemeClr val="lt1">
                  <a:lumMod val="95000"/>
                </a:schemeClr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  <a:effectLst/>
            </c:spPr>
          </c:upBars>
          <c:downBars>
            <c:spPr>
              <a:solidFill>
                <a:schemeClr val="dk1">
                  <a:lumMod val="35000"/>
                  <a:lumOff val="65000"/>
                </a:schemeClr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  <a:effectLst/>
            </c:spPr>
          </c:downBars>
        </c:upDownBars>
        <c:marker val="1"/>
        <c:smooth val="0"/>
        <c:axId val="939590464"/>
        <c:axId val="939591904"/>
      </c:lineChart>
      <c:catAx>
        <c:axId val="939590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1" i="0" u="none" strike="noStrike" kern="1200" spc="30" baseline="0">
                <a:solidFill>
                  <a:sysClr val="windowText" lastClr="000000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pPr>
            <a:endParaRPr lang="en-US"/>
          </a:p>
        </c:txPr>
        <c:crossAx val="939591904"/>
        <c:crosses val="autoZero"/>
        <c:auto val="1"/>
        <c:lblAlgn val="ctr"/>
        <c:lblOffset val="100"/>
        <c:noMultiLvlLbl val="0"/>
      </c:catAx>
      <c:valAx>
        <c:axId val="93959190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39590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/>
  </c:chart>
  <c:spPr>
    <a:pattFill prst="pct5">
      <a:fgClr>
        <a:srgbClr val="FFFFFF"/>
      </a:fgClr>
      <a:bgClr>
        <a:schemeClr val="bg1"/>
      </a:bgClr>
    </a:pattFill>
    <a:ln w="0" cap="flat" cmpd="dbl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project.xlsx]KPI'S!PivotTable16</c:name>
    <c:fmtId val="21"/>
  </c:pivotSource>
  <c:chart>
    <c:autoTitleDeleted val="1"/>
    <c:pivotFmts>
      <c:pivotFmt>
        <c:idx val="0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'KPI''S'!$BH$6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 Rounded MT Bold" panose="020F070403050403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'KPI''S'!$BG$7:$BG$38</c:f>
              <c:strCache>
                <c:ptCount val="31"/>
                <c:pt idx="0">
                  <c:v>0</c:v>
                </c:pt>
                <c:pt idx="1">
                  <c:v>0.0152</c:v>
                </c:pt>
                <c:pt idx="2">
                  <c:v>0.0303</c:v>
                </c:pt>
                <c:pt idx="3">
                  <c:v>0.0455</c:v>
                </c:pt>
                <c:pt idx="4">
                  <c:v>0.0606</c:v>
                </c:pt>
                <c:pt idx="5">
                  <c:v>0.0758</c:v>
                </c:pt>
                <c:pt idx="6">
                  <c:v>0.0909</c:v>
                </c:pt>
                <c:pt idx="7">
                  <c:v>0.1061</c:v>
                </c:pt>
                <c:pt idx="8">
                  <c:v>0.1212</c:v>
                </c:pt>
                <c:pt idx="9">
                  <c:v>0.1364</c:v>
                </c:pt>
                <c:pt idx="10">
                  <c:v>0.1515</c:v>
                </c:pt>
                <c:pt idx="11">
                  <c:v>0.1667</c:v>
                </c:pt>
                <c:pt idx="12">
                  <c:v>0.1818</c:v>
                </c:pt>
                <c:pt idx="13">
                  <c:v>0.197</c:v>
                </c:pt>
                <c:pt idx="14">
                  <c:v>0.2121</c:v>
                </c:pt>
                <c:pt idx="15">
                  <c:v>0.2273</c:v>
                </c:pt>
                <c:pt idx="16">
                  <c:v>0.2424</c:v>
                </c:pt>
                <c:pt idx="17">
                  <c:v>0.2575</c:v>
                </c:pt>
                <c:pt idx="18">
                  <c:v>0.2576</c:v>
                </c:pt>
                <c:pt idx="19">
                  <c:v>0.2727</c:v>
                </c:pt>
                <c:pt idx="20">
                  <c:v>0.2879</c:v>
                </c:pt>
                <c:pt idx="21">
                  <c:v>0.303</c:v>
                </c:pt>
                <c:pt idx="22">
                  <c:v>0.3182</c:v>
                </c:pt>
                <c:pt idx="23">
                  <c:v>0.3333</c:v>
                </c:pt>
                <c:pt idx="24">
                  <c:v>0.3485</c:v>
                </c:pt>
                <c:pt idx="25">
                  <c:v>0.3636</c:v>
                </c:pt>
                <c:pt idx="26">
                  <c:v>0.3939</c:v>
                </c:pt>
                <c:pt idx="27">
                  <c:v>0.4091</c:v>
                </c:pt>
                <c:pt idx="28">
                  <c:v>0.4242</c:v>
                </c:pt>
                <c:pt idx="29">
                  <c:v>0.4394</c:v>
                </c:pt>
                <c:pt idx="30">
                  <c:v>0.4545</c:v>
                </c:pt>
              </c:strCache>
            </c:strRef>
          </c:cat>
          <c:val>
            <c:numRef>
              <c:f>'KPI''S'!$BH$7:$BH$38</c:f>
              <c:numCache>
                <c:formatCode>General</c:formatCode>
                <c:ptCount val="31"/>
                <c:pt idx="0">
                  <c:v>39</c:v>
                </c:pt>
                <c:pt idx="1">
                  <c:v>11</c:v>
                </c:pt>
                <c:pt idx="2">
                  <c:v>108</c:v>
                </c:pt>
                <c:pt idx="3">
                  <c:v>28</c:v>
                </c:pt>
                <c:pt idx="4">
                  <c:v>155</c:v>
                </c:pt>
                <c:pt idx="5">
                  <c:v>683</c:v>
                </c:pt>
                <c:pt idx="6">
                  <c:v>101</c:v>
                </c:pt>
                <c:pt idx="7">
                  <c:v>1084</c:v>
                </c:pt>
                <c:pt idx="8">
                  <c:v>3000</c:v>
                </c:pt>
                <c:pt idx="9">
                  <c:v>3452</c:v>
                </c:pt>
                <c:pt idx="10">
                  <c:v>3633</c:v>
                </c:pt>
                <c:pt idx="11">
                  <c:v>2118</c:v>
                </c:pt>
                <c:pt idx="12">
                  <c:v>4658</c:v>
                </c:pt>
                <c:pt idx="13">
                  <c:v>5257</c:v>
                </c:pt>
                <c:pt idx="14">
                  <c:v>4592</c:v>
                </c:pt>
                <c:pt idx="15">
                  <c:v>7009</c:v>
                </c:pt>
                <c:pt idx="16">
                  <c:v>2903</c:v>
                </c:pt>
                <c:pt idx="17">
                  <c:v>338</c:v>
                </c:pt>
                <c:pt idx="18">
                  <c:v>3919</c:v>
                </c:pt>
                <c:pt idx="19">
                  <c:v>2542</c:v>
                </c:pt>
                <c:pt idx="20">
                  <c:v>2515</c:v>
                </c:pt>
                <c:pt idx="21">
                  <c:v>1696</c:v>
                </c:pt>
                <c:pt idx="22">
                  <c:v>2182</c:v>
                </c:pt>
                <c:pt idx="23">
                  <c:v>2271</c:v>
                </c:pt>
                <c:pt idx="24">
                  <c:v>1228</c:v>
                </c:pt>
                <c:pt idx="25">
                  <c:v>427</c:v>
                </c:pt>
                <c:pt idx="26">
                  <c:v>501</c:v>
                </c:pt>
                <c:pt idx="27">
                  <c:v>985</c:v>
                </c:pt>
                <c:pt idx="28">
                  <c:v>519</c:v>
                </c:pt>
                <c:pt idx="29">
                  <c:v>127</c:v>
                </c:pt>
                <c:pt idx="30">
                  <c:v>223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2-4FB0-B053-C5E2D7AD2C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126151712"/>
        <c:axId val="2126152192"/>
        <c:axId val="1512652144"/>
      </c:bar3DChart>
      <c:catAx>
        <c:axId val="2126151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126152192"/>
        <c:crosses val="autoZero"/>
        <c:auto val="1"/>
        <c:lblAlgn val="ctr"/>
        <c:lblOffset val="100"/>
        <c:noMultiLvlLbl val="0"/>
      </c:catAx>
      <c:valAx>
        <c:axId val="2126152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126151712"/>
        <c:crosses val="autoZero"/>
        <c:crossBetween val="between"/>
      </c:valAx>
      <c:serAx>
        <c:axId val="1512652144"/>
        <c:scaling>
          <c:orientation val="minMax"/>
        </c:scaling>
        <c:delete val="1"/>
        <c:axPos val="b"/>
        <c:majorTickMark val="out"/>
        <c:minorTickMark val="none"/>
        <c:tickLblPos val="nextTo"/>
        <c:crossAx val="2126152192"/>
        <c:crosses val="autoZero"/>
      </c:ser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project.xlsx]KPI'S!PivotTable15</c:name>
    <c:fmtId val="19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'KPI''S'!$AT$34</c:f>
              <c:strCache>
                <c:ptCount val="1"/>
                <c:pt idx="0">
                  <c:v>Sum of 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'KPI''S'!$AS$35:$AS$99</c:f>
              <c:strCache>
                <c:ptCount val="64"/>
                <c:pt idx="0">
                  <c:v>0.21</c:v>
                </c:pt>
                <c:pt idx="1">
                  <c:v>0.24</c:v>
                </c:pt>
                <c:pt idx="2">
                  <c:v>0.25</c:v>
                </c:pt>
                <c:pt idx="3">
                  <c:v>0.26</c:v>
                </c:pt>
                <c:pt idx="4">
                  <c:v>0.27</c:v>
                </c:pt>
                <c:pt idx="5">
                  <c:v>0.28</c:v>
                </c:pt>
                <c:pt idx="6">
                  <c:v>0.29</c:v>
                </c:pt>
                <c:pt idx="7">
                  <c:v>0.3</c:v>
                </c:pt>
                <c:pt idx="8">
                  <c:v>0.31</c:v>
                </c:pt>
                <c:pt idx="9">
                  <c:v>0.32</c:v>
                </c:pt>
                <c:pt idx="10">
                  <c:v>0.33</c:v>
                </c:pt>
                <c:pt idx="11">
                  <c:v>0.34</c:v>
                </c:pt>
                <c:pt idx="12">
                  <c:v>0.35</c:v>
                </c:pt>
                <c:pt idx="13">
                  <c:v>0.36</c:v>
                </c:pt>
                <c:pt idx="14">
                  <c:v>0.37</c:v>
                </c:pt>
                <c:pt idx="15">
                  <c:v>0.38</c:v>
                </c:pt>
                <c:pt idx="16">
                  <c:v>0.39</c:v>
                </c:pt>
                <c:pt idx="17">
                  <c:v>0.4</c:v>
                </c:pt>
                <c:pt idx="18">
                  <c:v>0.41</c:v>
                </c:pt>
                <c:pt idx="19">
                  <c:v>0.42</c:v>
                </c:pt>
                <c:pt idx="20">
                  <c:v>0.43</c:v>
                </c:pt>
                <c:pt idx="21">
                  <c:v>0.44</c:v>
                </c:pt>
                <c:pt idx="22">
                  <c:v>0.45</c:v>
                </c:pt>
                <c:pt idx="23">
                  <c:v>0.46</c:v>
                </c:pt>
                <c:pt idx="24">
                  <c:v>0.47</c:v>
                </c:pt>
                <c:pt idx="25">
                  <c:v>0.48</c:v>
                </c:pt>
                <c:pt idx="26">
                  <c:v>0.49</c:v>
                </c:pt>
                <c:pt idx="27">
                  <c:v>0.5</c:v>
                </c:pt>
                <c:pt idx="28">
                  <c:v>0.51</c:v>
                </c:pt>
                <c:pt idx="29">
                  <c:v>0.52</c:v>
                </c:pt>
                <c:pt idx="30">
                  <c:v>0.53</c:v>
                </c:pt>
                <c:pt idx="31">
                  <c:v>0.54</c:v>
                </c:pt>
                <c:pt idx="32">
                  <c:v>0.55</c:v>
                </c:pt>
                <c:pt idx="33">
                  <c:v>0.56</c:v>
                </c:pt>
                <c:pt idx="34">
                  <c:v>0.57</c:v>
                </c:pt>
                <c:pt idx="35">
                  <c:v>0.58</c:v>
                </c:pt>
                <c:pt idx="36">
                  <c:v>0.59</c:v>
                </c:pt>
                <c:pt idx="37">
                  <c:v>0.6</c:v>
                </c:pt>
                <c:pt idx="38">
                  <c:v>0.61</c:v>
                </c:pt>
                <c:pt idx="39">
                  <c:v>0.62</c:v>
                </c:pt>
                <c:pt idx="40">
                  <c:v>0.63</c:v>
                </c:pt>
                <c:pt idx="41">
                  <c:v>0.64</c:v>
                </c:pt>
                <c:pt idx="42">
                  <c:v>0.65</c:v>
                </c:pt>
                <c:pt idx="43">
                  <c:v>0.66</c:v>
                </c:pt>
                <c:pt idx="44">
                  <c:v>0.68</c:v>
                </c:pt>
                <c:pt idx="45">
                  <c:v>0.69</c:v>
                </c:pt>
                <c:pt idx="46">
                  <c:v>0.7</c:v>
                </c:pt>
                <c:pt idx="47">
                  <c:v>0.71</c:v>
                </c:pt>
                <c:pt idx="48">
                  <c:v>0.72</c:v>
                </c:pt>
                <c:pt idx="49">
                  <c:v>0.73</c:v>
                </c:pt>
                <c:pt idx="50">
                  <c:v>0.74</c:v>
                </c:pt>
                <c:pt idx="51">
                  <c:v>0.75</c:v>
                </c:pt>
                <c:pt idx="52">
                  <c:v>0.76</c:v>
                </c:pt>
                <c:pt idx="53">
                  <c:v>0.77</c:v>
                </c:pt>
                <c:pt idx="54">
                  <c:v>0.8</c:v>
                </c:pt>
                <c:pt idx="55">
                  <c:v>0.81</c:v>
                </c:pt>
                <c:pt idx="56">
                  <c:v>0.82</c:v>
                </c:pt>
                <c:pt idx="57">
                  <c:v>0.86</c:v>
                </c:pt>
                <c:pt idx="58">
                  <c:v>0.87</c:v>
                </c:pt>
                <c:pt idx="59">
                  <c:v>0.88</c:v>
                </c:pt>
                <c:pt idx="60">
                  <c:v>0.92</c:v>
                </c:pt>
                <c:pt idx="61">
                  <c:v>0.93</c:v>
                </c:pt>
                <c:pt idx="62">
                  <c:v>0.94</c:v>
                </c:pt>
                <c:pt idx="63">
                  <c:v>1</c:v>
                </c:pt>
              </c:strCache>
            </c:strRef>
          </c:cat>
          <c:val>
            <c:numRef>
              <c:f>'KPI''S'!$AT$35:$AT$99</c:f>
              <c:numCache>
                <c:formatCode>General</c:formatCode>
                <c:ptCount val="64"/>
                <c:pt idx="0">
                  <c:v>20</c:v>
                </c:pt>
                <c:pt idx="1">
                  <c:v>18</c:v>
                </c:pt>
                <c:pt idx="2">
                  <c:v>6</c:v>
                </c:pt>
                <c:pt idx="3">
                  <c:v>41</c:v>
                </c:pt>
                <c:pt idx="4">
                  <c:v>21</c:v>
                </c:pt>
                <c:pt idx="5">
                  <c:v>206</c:v>
                </c:pt>
                <c:pt idx="6">
                  <c:v>162</c:v>
                </c:pt>
                <c:pt idx="7">
                  <c:v>156</c:v>
                </c:pt>
                <c:pt idx="8">
                  <c:v>58</c:v>
                </c:pt>
                <c:pt idx="9">
                  <c:v>116</c:v>
                </c:pt>
                <c:pt idx="10">
                  <c:v>59</c:v>
                </c:pt>
                <c:pt idx="11">
                  <c:v>70</c:v>
                </c:pt>
                <c:pt idx="12">
                  <c:v>156</c:v>
                </c:pt>
                <c:pt idx="13">
                  <c:v>113</c:v>
                </c:pt>
                <c:pt idx="14">
                  <c:v>157</c:v>
                </c:pt>
                <c:pt idx="15">
                  <c:v>146</c:v>
                </c:pt>
                <c:pt idx="16">
                  <c:v>158</c:v>
                </c:pt>
                <c:pt idx="17">
                  <c:v>125</c:v>
                </c:pt>
                <c:pt idx="18">
                  <c:v>94</c:v>
                </c:pt>
                <c:pt idx="19">
                  <c:v>80</c:v>
                </c:pt>
                <c:pt idx="20">
                  <c:v>75</c:v>
                </c:pt>
                <c:pt idx="21">
                  <c:v>76</c:v>
                </c:pt>
                <c:pt idx="22">
                  <c:v>114</c:v>
                </c:pt>
                <c:pt idx="23">
                  <c:v>250</c:v>
                </c:pt>
                <c:pt idx="24">
                  <c:v>192</c:v>
                </c:pt>
                <c:pt idx="25">
                  <c:v>58</c:v>
                </c:pt>
                <c:pt idx="26">
                  <c:v>140</c:v>
                </c:pt>
                <c:pt idx="27">
                  <c:v>57</c:v>
                </c:pt>
                <c:pt idx="28">
                  <c:v>129</c:v>
                </c:pt>
                <c:pt idx="29">
                  <c:v>68</c:v>
                </c:pt>
                <c:pt idx="30">
                  <c:v>8</c:v>
                </c:pt>
                <c:pt idx="31">
                  <c:v>18</c:v>
                </c:pt>
                <c:pt idx="32">
                  <c:v>90</c:v>
                </c:pt>
                <c:pt idx="33">
                  <c:v>167</c:v>
                </c:pt>
                <c:pt idx="34">
                  <c:v>57</c:v>
                </c:pt>
                <c:pt idx="35">
                  <c:v>18</c:v>
                </c:pt>
                <c:pt idx="36">
                  <c:v>91</c:v>
                </c:pt>
                <c:pt idx="37">
                  <c:v>85</c:v>
                </c:pt>
                <c:pt idx="38">
                  <c:v>45</c:v>
                </c:pt>
                <c:pt idx="39">
                  <c:v>24</c:v>
                </c:pt>
                <c:pt idx="40">
                  <c:v>12</c:v>
                </c:pt>
                <c:pt idx="41">
                  <c:v>65</c:v>
                </c:pt>
                <c:pt idx="42">
                  <c:v>93</c:v>
                </c:pt>
                <c:pt idx="43">
                  <c:v>36</c:v>
                </c:pt>
                <c:pt idx="44">
                  <c:v>3</c:v>
                </c:pt>
                <c:pt idx="45">
                  <c:v>116</c:v>
                </c:pt>
                <c:pt idx="46">
                  <c:v>38</c:v>
                </c:pt>
                <c:pt idx="47">
                  <c:v>33</c:v>
                </c:pt>
                <c:pt idx="48">
                  <c:v>82</c:v>
                </c:pt>
                <c:pt idx="49">
                  <c:v>1</c:v>
                </c:pt>
                <c:pt idx="50">
                  <c:v>37</c:v>
                </c:pt>
                <c:pt idx="51">
                  <c:v>53</c:v>
                </c:pt>
                <c:pt idx="52">
                  <c:v>35</c:v>
                </c:pt>
                <c:pt idx="53">
                  <c:v>69</c:v>
                </c:pt>
                <c:pt idx="54">
                  <c:v>93</c:v>
                </c:pt>
                <c:pt idx="55">
                  <c:v>75</c:v>
                </c:pt>
                <c:pt idx="56">
                  <c:v>59</c:v>
                </c:pt>
                <c:pt idx="57">
                  <c:v>44</c:v>
                </c:pt>
                <c:pt idx="58">
                  <c:v>45</c:v>
                </c:pt>
                <c:pt idx="59">
                  <c:v>34</c:v>
                </c:pt>
                <c:pt idx="60">
                  <c:v>1</c:v>
                </c:pt>
                <c:pt idx="61">
                  <c:v>79</c:v>
                </c:pt>
                <c:pt idx="62">
                  <c:v>16</c:v>
                </c:pt>
                <c:pt idx="63">
                  <c:v>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4E-43BC-8330-010EFDEB4791}"/>
            </c:ext>
          </c:extLst>
        </c:ser>
        <c:ser>
          <c:idx val="1"/>
          <c:order val="1"/>
          <c:tx>
            <c:strRef>
              <c:f>'KPI''S'!$AU$34</c:f>
              <c:strCache>
                <c:ptCount val="1"/>
                <c:pt idx="0">
                  <c:v>Sum of Registered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'KPI''S'!$AS$35:$AS$99</c:f>
              <c:strCache>
                <c:ptCount val="64"/>
                <c:pt idx="0">
                  <c:v>0.21</c:v>
                </c:pt>
                <c:pt idx="1">
                  <c:v>0.24</c:v>
                </c:pt>
                <c:pt idx="2">
                  <c:v>0.25</c:v>
                </c:pt>
                <c:pt idx="3">
                  <c:v>0.26</c:v>
                </c:pt>
                <c:pt idx="4">
                  <c:v>0.27</c:v>
                </c:pt>
                <c:pt idx="5">
                  <c:v>0.28</c:v>
                </c:pt>
                <c:pt idx="6">
                  <c:v>0.29</c:v>
                </c:pt>
                <c:pt idx="7">
                  <c:v>0.3</c:v>
                </c:pt>
                <c:pt idx="8">
                  <c:v>0.31</c:v>
                </c:pt>
                <c:pt idx="9">
                  <c:v>0.32</c:v>
                </c:pt>
                <c:pt idx="10">
                  <c:v>0.33</c:v>
                </c:pt>
                <c:pt idx="11">
                  <c:v>0.34</c:v>
                </c:pt>
                <c:pt idx="12">
                  <c:v>0.35</c:v>
                </c:pt>
                <c:pt idx="13">
                  <c:v>0.36</c:v>
                </c:pt>
                <c:pt idx="14">
                  <c:v>0.37</c:v>
                </c:pt>
                <c:pt idx="15">
                  <c:v>0.38</c:v>
                </c:pt>
                <c:pt idx="16">
                  <c:v>0.39</c:v>
                </c:pt>
                <c:pt idx="17">
                  <c:v>0.4</c:v>
                </c:pt>
                <c:pt idx="18">
                  <c:v>0.41</c:v>
                </c:pt>
                <c:pt idx="19">
                  <c:v>0.42</c:v>
                </c:pt>
                <c:pt idx="20">
                  <c:v>0.43</c:v>
                </c:pt>
                <c:pt idx="21">
                  <c:v>0.44</c:v>
                </c:pt>
                <c:pt idx="22">
                  <c:v>0.45</c:v>
                </c:pt>
                <c:pt idx="23">
                  <c:v>0.46</c:v>
                </c:pt>
                <c:pt idx="24">
                  <c:v>0.47</c:v>
                </c:pt>
                <c:pt idx="25">
                  <c:v>0.48</c:v>
                </c:pt>
                <c:pt idx="26">
                  <c:v>0.49</c:v>
                </c:pt>
                <c:pt idx="27">
                  <c:v>0.5</c:v>
                </c:pt>
                <c:pt idx="28">
                  <c:v>0.51</c:v>
                </c:pt>
                <c:pt idx="29">
                  <c:v>0.52</c:v>
                </c:pt>
                <c:pt idx="30">
                  <c:v>0.53</c:v>
                </c:pt>
                <c:pt idx="31">
                  <c:v>0.54</c:v>
                </c:pt>
                <c:pt idx="32">
                  <c:v>0.55</c:v>
                </c:pt>
                <c:pt idx="33">
                  <c:v>0.56</c:v>
                </c:pt>
                <c:pt idx="34">
                  <c:v>0.57</c:v>
                </c:pt>
                <c:pt idx="35">
                  <c:v>0.58</c:v>
                </c:pt>
                <c:pt idx="36">
                  <c:v>0.59</c:v>
                </c:pt>
                <c:pt idx="37">
                  <c:v>0.6</c:v>
                </c:pt>
                <c:pt idx="38">
                  <c:v>0.61</c:v>
                </c:pt>
                <c:pt idx="39">
                  <c:v>0.62</c:v>
                </c:pt>
                <c:pt idx="40">
                  <c:v>0.63</c:v>
                </c:pt>
                <c:pt idx="41">
                  <c:v>0.64</c:v>
                </c:pt>
                <c:pt idx="42">
                  <c:v>0.65</c:v>
                </c:pt>
                <c:pt idx="43">
                  <c:v>0.66</c:v>
                </c:pt>
                <c:pt idx="44">
                  <c:v>0.68</c:v>
                </c:pt>
                <c:pt idx="45">
                  <c:v>0.69</c:v>
                </c:pt>
                <c:pt idx="46">
                  <c:v>0.7</c:v>
                </c:pt>
                <c:pt idx="47">
                  <c:v>0.71</c:v>
                </c:pt>
                <c:pt idx="48">
                  <c:v>0.72</c:v>
                </c:pt>
                <c:pt idx="49">
                  <c:v>0.73</c:v>
                </c:pt>
                <c:pt idx="50">
                  <c:v>0.74</c:v>
                </c:pt>
                <c:pt idx="51">
                  <c:v>0.75</c:v>
                </c:pt>
                <c:pt idx="52">
                  <c:v>0.76</c:v>
                </c:pt>
                <c:pt idx="53">
                  <c:v>0.77</c:v>
                </c:pt>
                <c:pt idx="54">
                  <c:v>0.8</c:v>
                </c:pt>
                <c:pt idx="55">
                  <c:v>0.81</c:v>
                </c:pt>
                <c:pt idx="56">
                  <c:v>0.82</c:v>
                </c:pt>
                <c:pt idx="57">
                  <c:v>0.86</c:v>
                </c:pt>
                <c:pt idx="58">
                  <c:v>0.87</c:v>
                </c:pt>
                <c:pt idx="59">
                  <c:v>0.88</c:v>
                </c:pt>
                <c:pt idx="60">
                  <c:v>0.92</c:v>
                </c:pt>
                <c:pt idx="61">
                  <c:v>0.93</c:v>
                </c:pt>
                <c:pt idx="62">
                  <c:v>0.94</c:v>
                </c:pt>
                <c:pt idx="63">
                  <c:v>1</c:v>
                </c:pt>
              </c:strCache>
            </c:strRef>
          </c:cat>
          <c:val>
            <c:numRef>
              <c:f>'KPI''S'!$AU$35:$AU$99</c:f>
              <c:numCache>
                <c:formatCode>General</c:formatCode>
                <c:ptCount val="64"/>
                <c:pt idx="0">
                  <c:v>127</c:v>
                </c:pt>
                <c:pt idx="1">
                  <c:v>193</c:v>
                </c:pt>
                <c:pt idx="2">
                  <c:v>106</c:v>
                </c:pt>
                <c:pt idx="3">
                  <c:v>490</c:v>
                </c:pt>
                <c:pt idx="4">
                  <c:v>185</c:v>
                </c:pt>
                <c:pt idx="5">
                  <c:v>1552</c:v>
                </c:pt>
                <c:pt idx="6">
                  <c:v>449</c:v>
                </c:pt>
                <c:pt idx="7">
                  <c:v>935</c:v>
                </c:pt>
                <c:pt idx="8">
                  <c:v>296</c:v>
                </c:pt>
                <c:pt idx="9">
                  <c:v>907</c:v>
                </c:pt>
                <c:pt idx="10">
                  <c:v>477</c:v>
                </c:pt>
                <c:pt idx="11">
                  <c:v>582</c:v>
                </c:pt>
                <c:pt idx="12">
                  <c:v>983</c:v>
                </c:pt>
                <c:pt idx="13">
                  <c:v>557</c:v>
                </c:pt>
                <c:pt idx="14">
                  <c:v>1414</c:v>
                </c:pt>
                <c:pt idx="15">
                  <c:v>1352</c:v>
                </c:pt>
                <c:pt idx="16">
                  <c:v>926</c:v>
                </c:pt>
                <c:pt idx="17">
                  <c:v>2350</c:v>
                </c:pt>
                <c:pt idx="18">
                  <c:v>1008</c:v>
                </c:pt>
                <c:pt idx="19">
                  <c:v>1071</c:v>
                </c:pt>
                <c:pt idx="20">
                  <c:v>734</c:v>
                </c:pt>
                <c:pt idx="21">
                  <c:v>680</c:v>
                </c:pt>
                <c:pt idx="22">
                  <c:v>1020</c:v>
                </c:pt>
                <c:pt idx="23">
                  <c:v>1075</c:v>
                </c:pt>
                <c:pt idx="24">
                  <c:v>3023</c:v>
                </c:pt>
                <c:pt idx="25">
                  <c:v>1009</c:v>
                </c:pt>
                <c:pt idx="26">
                  <c:v>1413</c:v>
                </c:pt>
                <c:pt idx="27">
                  <c:v>1898</c:v>
                </c:pt>
                <c:pt idx="28">
                  <c:v>2055</c:v>
                </c:pt>
                <c:pt idx="29">
                  <c:v>611</c:v>
                </c:pt>
                <c:pt idx="30">
                  <c:v>195</c:v>
                </c:pt>
                <c:pt idx="31">
                  <c:v>422</c:v>
                </c:pt>
                <c:pt idx="32">
                  <c:v>1931</c:v>
                </c:pt>
                <c:pt idx="33">
                  <c:v>1539</c:v>
                </c:pt>
                <c:pt idx="34">
                  <c:v>627</c:v>
                </c:pt>
                <c:pt idx="35">
                  <c:v>163</c:v>
                </c:pt>
                <c:pt idx="36">
                  <c:v>2477</c:v>
                </c:pt>
                <c:pt idx="37">
                  <c:v>908</c:v>
                </c:pt>
                <c:pt idx="38">
                  <c:v>480</c:v>
                </c:pt>
                <c:pt idx="39">
                  <c:v>162</c:v>
                </c:pt>
                <c:pt idx="40">
                  <c:v>170</c:v>
                </c:pt>
                <c:pt idx="41">
                  <c:v>938</c:v>
                </c:pt>
                <c:pt idx="42">
                  <c:v>1021</c:v>
                </c:pt>
                <c:pt idx="43">
                  <c:v>307</c:v>
                </c:pt>
                <c:pt idx="44">
                  <c:v>183</c:v>
                </c:pt>
                <c:pt idx="45">
                  <c:v>1268</c:v>
                </c:pt>
                <c:pt idx="46">
                  <c:v>801</c:v>
                </c:pt>
                <c:pt idx="47">
                  <c:v>224</c:v>
                </c:pt>
                <c:pt idx="48">
                  <c:v>118</c:v>
                </c:pt>
                <c:pt idx="49">
                  <c:v>73</c:v>
                </c:pt>
                <c:pt idx="50">
                  <c:v>1363</c:v>
                </c:pt>
                <c:pt idx="51">
                  <c:v>851</c:v>
                </c:pt>
                <c:pt idx="52">
                  <c:v>171</c:v>
                </c:pt>
                <c:pt idx="53">
                  <c:v>127</c:v>
                </c:pt>
                <c:pt idx="54">
                  <c:v>1235</c:v>
                </c:pt>
                <c:pt idx="55">
                  <c:v>534</c:v>
                </c:pt>
                <c:pt idx="56">
                  <c:v>289</c:v>
                </c:pt>
                <c:pt idx="57">
                  <c:v>1265</c:v>
                </c:pt>
                <c:pt idx="58">
                  <c:v>674</c:v>
                </c:pt>
                <c:pt idx="59">
                  <c:v>94</c:v>
                </c:pt>
                <c:pt idx="60">
                  <c:v>89</c:v>
                </c:pt>
                <c:pt idx="61">
                  <c:v>2378</c:v>
                </c:pt>
                <c:pt idx="62">
                  <c:v>38</c:v>
                </c:pt>
                <c:pt idx="63">
                  <c:v>790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4E-43BC-8330-010EFDEB4791}"/>
            </c:ext>
          </c:extLst>
        </c:ser>
        <c:ser>
          <c:idx val="2"/>
          <c:order val="2"/>
          <c:tx>
            <c:strRef>
              <c:f>'KPI''S'!$AV$34</c:f>
              <c:strCache>
                <c:ptCount val="1"/>
                <c:pt idx="0">
                  <c:v>Sum of Count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'KPI''S'!$AS$35:$AS$99</c:f>
              <c:strCache>
                <c:ptCount val="64"/>
                <c:pt idx="0">
                  <c:v>0.21</c:v>
                </c:pt>
                <c:pt idx="1">
                  <c:v>0.24</c:v>
                </c:pt>
                <c:pt idx="2">
                  <c:v>0.25</c:v>
                </c:pt>
                <c:pt idx="3">
                  <c:v>0.26</c:v>
                </c:pt>
                <c:pt idx="4">
                  <c:v>0.27</c:v>
                </c:pt>
                <c:pt idx="5">
                  <c:v>0.28</c:v>
                </c:pt>
                <c:pt idx="6">
                  <c:v>0.29</c:v>
                </c:pt>
                <c:pt idx="7">
                  <c:v>0.3</c:v>
                </c:pt>
                <c:pt idx="8">
                  <c:v>0.31</c:v>
                </c:pt>
                <c:pt idx="9">
                  <c:v>0.32</c:v>
                </c:pt>
                <c:pt idx="10">
                  <c:v>0.33</c:v>
                </c:pt>
                <c:pt idx="11">
                  <c:v>0.34</c:v>
                </c:pt>
                <c:pt idx="12">
                  <c:v>0.35</c:v>
                </c:pt>
                <c:pt idx="13">
                  <c:v>0.36</c:v>
                </c:pt>
                <c:pt idx="14">
                  <c:v>0.37</c:v>
                </c:pt>
                <c:pt idx="15">
                  <c:v>0.38</c:v>
                </c:pt>
                <c:pt idx="16">
                  <c:v>0.39</c:v>
                </c:pt>
                <c:pt idx="17">
                  <c:v>0.4</c:v>
                </c:pt>
                <c:pt idx="18">
                  <c:v>0.41</c:v>
                </c:pt>
                <c:pt idx="19">
                  <c:v>0.42</c:v>
                </c:pt>
                <c:pt idx="20">
                  <c:v>0.43</c:v>
                </c:pt>
                <c:pt idx="21">
                  <c:v>0.44</c:v>
                </c:pt>
                <c:pt idx="22">
                  <c:v>0.45</c:v>
                </c:pt>
                <c:pt idx="23">
                  <c:v>0.46</c:v>
                </c:pt>
                <c:pt idx="24">
                  <c:v>0.47</c:v>
                </c:pt>
                <c:pt idx="25">
                  <c:v>0.48</c:v>
                </c:pt>
                <c:pt idx="26">
                  <c:v>0.49</c:v>
                </c:pt>
                <c:pt idx="27">
                  <c:v>0.5</c:v>
                </c:pt>
                <c:pt idx="28">
                  <c:v>0.51</c:v>
                </c:pt>
                <c:pt idx="29">
                  <c:v>0.52</c:v>
                </c:pt>
                <c:pt idx="30">
                  <c:v>0.53</c:v>
                </c:pt>
                <c:pt idx="31">
                  <c:v>0.54</c:v>
                </c:pt>
                <c:pt idx="32">
                  <c:v>0.55</c:v>
                </c:pt>
                <c:pt idx="33">
                  <c:v>0.56</c:v>
                </c:pt>
                <c:pt idx="34">
                  <c:v>0.57</c:v>
                </c:pt>
                <c:pt idx="35">
                  <c:v>0.58</c:v>
                </c:pt>
                <c:pt idx="36">
                  <c:v>0.59</c:v>
                </c:pt>
                <c:pt idx="37">
                  <c:v>0.6</c:v>
                </c:pt>
                <c:pt idx="38">
                  <c:v>0.61</c:v>
                </c:pt>
                <c:pt idx="39">
                  <c:v>0.62</c:v>
                </c:pt>
                <c:pt idx="40">
                  <c:v>0.63</c:v>
                </c:pt>
                <c:pt idx="41">
                  <c:v>0.64</c:v>
                </c:pt>
                <c:pt idx="42">
                  <c:v>0.65</c:v>
                </c:pt>
                <c:pt idx="43">
                  <c:v>0.66</c:v>
                </c:pt>
                <c:pt idx="44">
                  <c:v>0.68</c:v>
                </c:pt>
                <c:pt idx="45">
                  <c:v>0.69</c:v>
                </c:pt>
                <c:pt idx="46">
                  <c:v>0.7</c:v>
                </c:pt>
                <c:pt idx="47">
                  <c:v>0.71</c:v>
                </c:pt>
                <c:pt idx="48">
                  <c:v>0.72</c:v>
                </c:pt>
                <c:pt idx="49">
                  <c:v>0.73</c:v>
                </c:pt>
                <c:pt idx="50">
                  <c:v>0.74</c:v>
                </c:pt>
                <c:pt idx="51">
                  <c:v>0.75</c:v>
                </c:pt>
                <c:pt idx="52">
                  <c:v>0.76</c:v>
                </c:pt>
                <c:pt idx="53">
                  <c:v>0.77</c:v>
                </c:pt>
                <c:pt idx="54">
                  <c:v>0.8</c:v>
                </c:pt>
                <c:pt idx="55">
                  <c:v>0.81</c:v>
                </c:pt>
                <c:pt idx="56">
                  <c:v>0.82</c:v>
                </c:pt>
                <c:pt idx="57">
                  <c:v>0.86</c:v>
                </c:pt>
                <c:pt idx="58">
                  <c:v>0.87</c:v>
                </c:pt>
                <c:pt idx="59">
                  <c:v>0.88</c:v>
                </c:pt>
                <c:pt idx="60">
                  <c:v>0.92</c:v>
                </c:pt>
                <c:pt idx="61">
                  <c:v>0.93</c:v>
                </c:pt>
                <c:pt idx="62">
                  <c:v>0.94</c:v>
                </c:pt>
                <c:pt idx="63">
                  <c:v>1</c:v>
                </c:pt>
              </c:strCache>
            </c:strRef>
          </c:cat>
          <c:val>
            <c:numRef>
              <c:f>'KPI''S'!$AV$35:$AV$99</c:f>
              <c:numCache>
                <c:formatCode>General</c:formatCode>
                <c:ptCount val="64"/>
                <c:pt idx="0">
                  <c:v>147</c:v>
                </c:pt>
                <c:pt idx="1">
                  <c:v>211</c:v>
                </c:pt>
                <c:pt idx="2">
                  <c:v>112</c:v>
                </c:pt>
                <c:pt idx="3">
                  <c:v>531</c:v>
                </c:pt>
                <c:pt idx="4">
                  <c:v>206</c:v>
                </c:pt>
                <c:pt idx="5">
                  <c:v>1758</c:v>
                </c:pt>
                <c:pt idx="6">
                  <c:v>611</c:v>
                </c:pt>
                <c:pt idx="7">
                  <c:v>1091</c:v>
                </c:pt>
                <c:pt idx="8">
                  <c:v>354</c:v>
                </c:pt>
                <c:pt idx="9">
                  <c:v>1023</c:v>
                </c:pt>
                <c:pt idx="10">
                  <c:v>536</c:v>
                </c:pt>
                <c:pt idx="11">
                  <c:v>652</c:v>
                </c:pt>
                <c:pt idx="12">
                  <c:v>1139</c:v>
                </c:pt>
                <c:pt idx="13">
                  <c:v>670</c:v>
                </c:pt>
                <c:pt idx="14">
                  <c:v>1571</c:v>
                </c:pt>
                <c:pt idx="15">
                  <c:v>1498</c:v>
                </c:pt>
                <c:pt idx="16">
                  <c:v>1084</c:v>
                </c:pt>
                <c:pt idx="17">
                  <c:v>2475</c:v>
                </c:pt>
                <c:pt idx="18">
                  <c:v>1102</c:v>
                </c:pt>
                <c:pt idx="19">
                  <c:v>1151</c:v>
                </c:pt>
                <c:pt idx="20">
                  <c:v>809</c:v>
                </c:pt>
                <c:pt idx="21">
                  <c:v>756</c:v>
                </c:pt>
                <c:pt idx="22">
                  <c:v>1134</c:v>
                </c:pt>
                <c:pt idx="23">
                  <c:v>1325</c:v>
                </c:pt>
                <c:pt idx="24">
                  <c:v>3215</c:v>
                </c:pt>
                <c:pt idx="25">
                  <c:v>1067</c:v>
                </c:pt>
                <c:pt idx="26">
                  <c:v>1553</c:v>
                </c:pt>
                <c:pt idx="27">
                  <c:v>1955</c:v>
                </c:pt>
                <c:pt idx="28">
                  <c:v>2184</c:v>
                </c:pt>
                <c:pt idx="29">
                  <c:v>679</c:v>
                </c:pt>
                <c:pt idx="30">
                  <c:v>203</c:v>
                </c:pt>
                <c:pt idx="31">
                  <c:v>440</c:v>
                </c:pt>
                <c:pt idx="32">
                  <c:v>2021</c:v>
                </c:pt>
                <c:pt idx="33">
                  <c:v>1706</c:v>
                </c:pt>
                <c:pt idx="34">
                  <c:v>684</c:v>
                </c:pt>
                <c:pt idx="35">
                  <c:v>181</c:v>
                </c:pt>
                <c:pt idx="36">
                  <c:v>2568</c:v>
                </c:pt>
                <c:pt idx="37">
                  <c:v>993</c:v>
                </c:pt>
                <c:pt idx="38">
                  <c:v>525</c:v>
                </c:pt>
                <c:pt idx="39">
                  <c:v>186</c:v>
                </c:pt>
                <c:pt idx="40">
                  <c:v>182</c:v>
                </c:pt>
                <c:pt idx="41">
                  <c:v>1003</c:v>
                </c:pt>
                <c:pt idx="42">
                  <c:v>1114</c:v>
                </c:pt>
                <c:pt idx="43">
                  <c:v>343</c:v>
                </c:pt>
                <c:pt idx="44">
                  <c:v>186</c:v>
                </c:pt>
                <c:pt idx="45">
                  <c:v>1384</c:v>
                </c:pt>
                <c:pt idx="46">
                  <c:v>839</c:v>
                </c:pt>
                <c:pt idx="47">
                  <c:v>257</c:v>
                </c:pt>
                <c:pt idx="48">
                  <c:v>200</c:v>
                </c:pt>
                <c:pt idx="49">
                  <c:v>74</c:v>
                </c:pt>
                <c:pt idx="50">
                  <c:v>1400</c:v>
                </c:pt>
                <c:pt idx="51">
                  <c:v>904</c:v>
                </c:pt>
                <c:pt idx="52">
                  <c:v>206</c:v>
                </c:pt>
                <c:pt idx="53">
                  <c:v>196</c:v>
                </c:pt>
                <c:pt idx="54">
                  <c:v>1328</c:v>
                </c:pt>
                <c:pt idx="55">
                  <c:v>609</c:v>
                </c:pt>
                <c:pt idx="56">
                  <c:v>348</c:v>
                </c:pt>
                <c:pt idx="57">
                  <c:v>1309</c:v>
                </c:pt>
                <c:pt idx="58">
                  <c:v>719</c:v>
                </c:pt>
                <c:pt idx="59">
                  <c:v>128</c:v>
                </c:pt>
                <c:pt idx="60">
                  <c:v>90</c:v>
                </c:pt>
                <c:pt idx="61">
                  <c:v>2457</c:v>
                </c:pt>
                <c:pt idx="62">
                  <c:v>54</c:v>
                </c:pt>
                <c:pt idx="63">
                  <c:v>868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4E-43BC-8330-010EFDEB4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575040"/>
        <c:axId val="128576960"/>
      </c:lineChart>
      <c:catAx>
        <c:axId val="128575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76960"/>
        <c:crosses val="autoZero"/>
        <c:auto val="1"/>
        <c:lblAlgn val="ctr"/>
        <c:lblOffset val="100"/>
        <c:noMultiLvlLbl val="0"/>
      </c:catAx>
      <c:valAx>
        <c:axId val="1285769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28575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project.xlsx]KPI'S!PivotTable12</c:name>
    <c:fmtId val="11"/>
  </c:pivotSource>
  <c:chart>
    <c:autoTitleDeleted val="1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'KPI''S'!$AT$7</c:f>
              <c:strCache>
                <c:ptCount val="1"/>
                <c:pt idx="0">
                  <c:v>Sum of Casual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E5B-4AEC-BF7D-4224C93D17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E5B-4AEC-BF7D-4224C93D17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E5B-4AEC-BF7D-4224C93D17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4E5B-4AEC-BF7D-4224C93D174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4E5B-4AEC-BF7D-4224C93D174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4E5B-4AEC-BF7D-4224C93D174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4E5B-4AEC-BF7D-4224C93D174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4E5B-4AEC-BF7D-4224C93D174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4E5B-4AEC-BF7D-4224C93D174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4E5B-4AEC-BF7D-4224C93D174C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4E5B-4AEC-BF7D-4224C93D174C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4E5B-4AEC-BF7D-4224C93D174C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4E5B-4AEC-BF7D-4224C93D174C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B-4E5B-4AEC-BF7D-4224C93D174C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D-4E5B-4AEC-BF7D-4224C93D174C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F-4E5B-4AEC-BF7D-4224C93D174C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4E5B-4AEC-BF7D-4224C93D174C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3-4E5B-4AEC-BF7D-4224C93D174C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5-4E5B-4AEC-BF7D-4224C93D174C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7-4E5B-4AEC-BF7D-4224C93D17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FFFF00"/>
                    </a:highlight>
                    <a:latin typeface="Arial Black" panose="020B0A040201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'KPI''S'!$AS$8:$AS$28</c:f>
              <c:strCache>
                <c:ptCount val="20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</c:strCache>
            </c:strRef>
          </c:cat>
          <c:val>
            <c:numRef>
              <c:f>'KPI''S'!$AT$8:$AT$28</c:f>
              <c:numCache>
                <c:formatCode>General</c:formatCode>
                <c:ptCount val="20"/>
                <c:pt idx="0">
                  <c:v>638</c:v>
                </c:pt>
                <c:pt idx="1">
                  <c:v>321</c:v>
                </c:pt>
                <c:pt idx="2">
                  <c:v>266</c:v>
                </c:pt>
                <c:pt idx="3">
                  <c:v>311</c:v>
                </c:pt>
                <c:pt idx="4">
                  <c:v>406</c:v>
                </c:pt>
                <c:pt idx="5">
                  <c:v>346</c:v>
                </c:pt>
                <c:pt idx="6">
                  <c:v>266</c:v>
                </c:pt>
                <c:pt idx="7">
                  <c:v>504</c:v>
                </c:pt>
                <c:pt idx="8">
                  <c:v>379</c:v>
                </c:pt>
                <c:pt idx="9">
                  <c:v>363</c:v>
                </c:pt>
                <c:pt idx="10">
                  <c:v>315</c:v>
                </c:pt>
                <c:pt idx="11">
                  <c:v>159</c:v>
                </c:pt>
                <c:pt idx="12">
                  <c:v>84</c:v>
                </c:pt>
                <c:pt idx="13">
                  <c:v>203</c:v>
                </c:pt>
                <c:pt idx="14">
                  <c:v>97</c:v>
                </c:pt>
                <c:pt idx="15">
                  <c:v>141</c:v>
                </c:pt>
                <c:pt idx="16">
                  <c:v>31</c:v>
                </c:pt>
                <c:pt idx="17">
                  <c:v>45</c:v>
                </c:pt>
                <c:pt idx="18">
                  <c:v>20</c:v>
                </c:pt>
                <c:pt idx="19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4E5B-4AEC-BF7D-4224C93D174C}"/>
            </c:ext>
          </c:extLst>
        </c:ser>
        <c:ser>
          <c:idx val="1"/>
          <c:order val="1"/>
          <c:tx>
            <c:strRef>
              <c:f>'KPI''S'!$AU$7</c:f>
              <c:strCache>
                <c:ptCount val="1"/>
                <c:pt idx="0">
                  <c:v>Sum of Registered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A-4E5B-4AEC-BF7D-4224C93D17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C-4E5B-4AEC-BF7D-4224C93D17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E-4E5B-4AEC-BF7D-4224C93D17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0-4E5B-4AEC-BF7D-4224C93D174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2-4E5B-4AEC-BF7D-4224C93D174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4-4E5B-4AEC-BF7D-4224C93D174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6-4E5B-4AEC-BF7D-4224C93D174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8-4E5B-4AEC-BF7D-4224C93D174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A-4E5B-4AEC-BF7D-4224C93D174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C-4E5B-4AEC-BF7D-4224C93D174C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E-4E5B-4AEC-BF7D-4224C93D174C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0-4E5B-4AEC-BF7D-4224C93D174C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2-4E5B-4AEC-BF7D-4224C93D174C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4-4E5B-4AEC-BF7D-4224C93D174C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6-4E5B-4AEC-BF7D-4224C93D174C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8-4E5B-4AEC-BF7D-4224C93D174C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A-4E5B-4AEC-BF7D-4224C93D174C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C-4E5B-4AEC-BF7D-4224C93D174C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E-4E5B-4AEC-BF7D-4224C93D174C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0-4E5B-4AEC-BF7D-4224C93D17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'KPI''S'!$AS$8:$AS$28</c:f>
              <c:strCache>
                <c:ptCount val="20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</c:strCache>
            </c:strRef>
          </c:cat>
          <c:val>
            <c:numRef>
              <c:f>'KPI''S'!$AU$8:$AU$28</c:f>
              <c:numCache>
                <c:formatCode>General</c:formatCode>
                <c:ptCount val="20"/>
                <c:pt idx="0">
                  <c:v>7207</c:v>
                </c:pt>
                <c:pt idx="1">
                  <c:v>3828</c:v>
                </c:pt>
                <c:pt idx="2">
                  <c:v>4084</c:v>
                </c:pt>
                <c:pt idx="3">
                  <c:v>4950</c:v>
                </c:pt>
                <c:pt idx="4">
                  <c:v>5203</c:v>
                </c:pt>
                <c:pt idx="5">
                  <c:v>4322</c:v>
                </c:pt>
                <c:pt idx="6">
                  <c:v>3280</c:v>
                </c:pt>
                <c:pt idx="7">
                  <c:v>3570</c:v>
                </c:pt>
                <c:pt idx="8">
                  <c:v>3137</c:v>
                </c:pt>
                <c:pt idx="9">
                  <c:v>2509</c:v>
                </c:pt>
                <c:pt idx="10">
                  <c:v>3293</c:v>
                </c:pt>
                <c:pt idx="11">
                  <c:v>1910</c:v>
                </c:pt>
                <c:pt idx="12">
                  <c:v>1166</c:v>
                </c:pt>
                <c:pt idx="13">
                  <c:v>1229</c:v>
                </c:pt>
                <c:pt idx="14">
                  <c:v>1010</c:v>
                </c:pt>
                <c:pt idx="15">
                  <c:v>740</c:v>
                </c:pt>
                <c:pt idx="16">
                  <c:v>598</c:v>
                </c:pt>
                <c:pt idx="17">
                  <c:v>637</c:v>
                </c:pt>
                <c:pt idx="18">
                  <c:v>354</c:v>
                </c:pt>
                <c:pt idx="19">
                  <c:v>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1-4E5B-4AEC-BF7D-4224C93D174C}"/>
            </c:ext>
          </c:extLst>
        </c:ser>
        <c:ser>
          <c:idx val="2"/>
          <c:order val="2"/>
          <c:tx>
            <c:strRef>
              <c:f>'KPI''S'!$AV$7</c:f>
              <c:strCache>
                <c:ptCount val="1"/>
                <c:pt idx="0">
                  <c:v>Sum of 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3-4E5B-4AEC-BF7D-4224C93D17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5-4E5B-4AEC-BF7D-4224C93D17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7-4E5B-4AEC-BF7D-4224C93D17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9-4E5B-4AEC-BF7D-4224C93D174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B-4E5B-4AEC-BF7D-4224C93D174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D-4E5B-4AEC-BF7D-4224C93D174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F-4E5B-4AEC-BF7D-4224C93D174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1-4E5B-4AEC-BF7D-4224C93D174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3-4E5B-4AEC-BF7D-4224C93D174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5-4E5B-4AEC-BF7D-4224C93D174C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7-4E5B-4AEC-BF7D-4224C93D174C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9-4E5B-4AEC-BF7D-4224C93D174C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B-4E5B-4AEC-BF7D-4224C93D174C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D-4E5B-4AEC-BF7D-4224C93D174C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6F-4E5B-4AEC-BF7D-4224C93D174C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1-4E5B-4AEC-BF7D-4224C93D174C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3-4E5B-4AEC-BF7D-4224C93D174C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5-4E5B-4AEC-BF7D-4224C93D174C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7-4E5B-4AEC-BF7D-4224C93D174C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79-4E5B-4AEC-BF7D-4224C93D174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'KPI''S'!$AS$8:$AS$28</c:f>
              <c:strCache>
                <c:ptCount val="20"/>
                <c:pt idx="0">
                  <c:v>0</c:v>
                </c:pt>
                <c:pt idx="1">
                  <c:v>0.0896</c:v>
                </c:pt>
                <c:pt idx="2">
                  <c:v>0.1045</c:v>
                </c:pt>
                <c:pt idx="3">
                  <c:v>0.1343</c:v>
                </c:pt>
                <c:pt idx="4">
                  <c:v>0.1642</c:v>
                </c:pt>
                <c:pt idx="5">
                  <c:v>0.194</c:v>
                </c:pt>
                <c:pt idx="6">
                  <c:v>0.2239</c:v>
                </c:pt>
                <c:pt idx="7">
                  <c:v>0.2537</c:v>
                </c:pt>
                <c:pt idx="8">
                  <c:v>0.2836</c:v>
                </c:pt>
                <c:pt idx="9">
                  <c:v>0.2985</c:v>
                </c:pt>
                <c:pt idx="10">
                  <c:v>0.3284</c:v>
                </c:pt>
                <c:pt idx="11">
                  <c:v>0.3582</c:v>
                </c:pt>
                <c:pt idx="12">
                  <c:v>0.3881</c:v>
                </c:pt>
                <c:pt idx="13">
                  <c:v>0.4179</c:v>
                </c:pt>
                <c:pt idx="14">
                  <c:v>0.4478</c:v>
                </c:pt>
                <c:pt idx="15">
                  <c:v>0.4627</c:v>
                </c:pt>
                <c:pt idx="16">
                  <c:v>0.4925</c:v>
                </c:pt>
                <c:pt idx="17">
                  <c:v>0.5224</c:v>
                </c:pt>
                <c:pt idx="18">
                  <c:v>0.5522</c:v>
                </c:pt>
                <c:pt idx="19">
                  <c:v>0.5821</c:v>
                </c:pt>
              </c:strCache>
            </c:strRef>
          </c:cat>
          <c:val>
            <c:numRef>
              <c:f>'KPI''S'!$AV$8:$AV$28</c:f>
              <c:numCache>
                <c:formatCode>General</c:formatCode>
                <c:ptCount val="20"/>
                <c:pt idx="0">
                  <c:v>7845</c:v>
                </c:pt>
                <c:pt idx="1">
                  <c:v>4149</c:v>
                </c:pt>
                <c:pt idx="2">
                  <c:v>4350</c:v>
                </c:pt>
                <c:pt idx="3">
                  <c:v>5261</c:v>
                </c:pt>
                <c:pt idx="4">
                  <c:v>5609</c:v>
                </c:pt>
                <c:pt idx="5">
                  <c:v>4668</c:v>
                </c:pt>
                <c:pt idx="6">
                  <c:v>3546</c:v>
                </c:pt>
                <c:pt idx="7">
                  <c:v>4074</c:v>
                </c:pt>
                <c:pt idx="8">
                  <c:v>3516</c:v>
                </c:pt>
                <c:pt idx="9">
                  <c:v>2872</c:v>
                </c:pt>
                <c:pt idx="10">
                  <c:v>3608</c:v>
                </c:pt>
                <c:pt idx="11">
                  <c:v>2069</c:v>
                </c:pt>
                <c:pt idx="12">
                  <c:v>1250</c:v>
                </c:pt>
                <c:pt idx="13">
                  <c:v>1432</c:v>
                </c:pt>
                <c:pt idx="14">
                  <c:v>1107</c:v>
                </c:pt>
                <c:pt idx="15">
                  <c:v>881</c:v>
                </c:pt>
                <c:pt idx="16">
                  <c:v>629</c:v>
                </c:pt>
                <c:pt idx="17">
                  <c:v>682</c:v>
                </c:pt>
                <c:pt idx="18">
                  <c:v>374</c:v>
                </c:pt>
                <c:pt idx="19">
                  <c:v>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7A-4E5B-4AEC-BF7D-4224C93D174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'Forecast Sheet'!$B$1</c:f>
              <c:strCache>
                <c:ptCount val="1"/>
                <c:pt idx="0">
                  <c:v>Sum of Count</c:v>
                </c:pt>
              </c:strCache>
            </c:strRef>
          </c:tx>
          <c:spPr>
            <a:solidFill>
              <a:schemeClr val="accent1"/>
            </a:solidFill>
            <a:ln w="12700">
              <a:solidFill>
                <a:srgbClr val="FFFFFF"/>
              </a:solidFill>
              <a:prstDash val="solid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'Forecast Sheet'!$B$2:$B$75</c:f>
              <c:numCache>
                <c:formatCode>0</c:formatCode>
                <c:ptCount val="74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1433</c:v>
                </c:pt>
                <c:pt idx="44">
                  <c:v>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DC-40A0-99DD-838714A95CD6}"/>
            </c:ext>
          </c:extLst>
        </c:ser>
        <c:ser>
          <c:idx val="1"/>
          <c:order val="1"/>
          <c:tx>
            <c:strRef>
              <c:f>'Forecast Sheet'!$C$1</c:f>
              <c:strCache>
                <c:ptCount val="1"/>
                <c:pt idx="0">
                  <c:v>Forecast(Sum of Count)</c:v>
                </c:pt>
              </c:strCache>
            </c:strRef>
          </c:tx>
          <c:spPr>
            <a:solidFill>
              <a:schemeClr val="accent2"/>
            </a:solidFill>
            <a:ln w="12700">
              <a:solidFill>
                <a:srgbClr val="FFFFFF"/>
              </a:solidFill>
              <a:prstDash val="solid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'Forecast Sheet'!$A$2:$A$75</c:f>
              <c:numCache>
                <c:formatCode>[$-409]d\-mmm;@</c:formatCode>
                <c:ptCount val="74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  <c:pt idx="57">
                  <c:v>40601</c:v>
                </c:pt>
                <c:pt idx="58">
                  <c:v>40602</c:v>
                </c:pt>
                <c:pt idx="59">
                  <c:v>40603</c:v>
                </c:pt>
                <c:pt idx="60">
                  <c:v>40604</c:v>
                </c:pt>
                <c:pt idx="61">
                  <c:v>40605</c:v>
                </c:pt>
                <c:pt idx="62">
                  <c:v>40606</c:v>
                </c:pt>
                <c:pt idx="63">
                  <c:v>40607</c:v>
                </c:pt>
                <c:pt idx="64">
                  <c:v>40608</c:v>
                </c:pt>
                <c:pt idx="65">
                  <c:v>40609</c:v>
                </c:pt>
                <c:pt idx="66">
                  <c:v>40610</c:v>
                </c:pt>
                <c:pt idx="67">
                  <c:v>40611</c:v>
                </c:pt>
                <c:pt idx="68">
                  <c:v>40612</c:v>
                </c:pt>
                <c:pt idx="69">
                  <c:v>40613</c:v>
                </c:pt>
                <c:pt idx="70">
                  <c:v>40614</c:v>
                </c:pt>
                <c:pt idx="71">
                  <c:v>40615</c:v>
                </c:pt>
                <c:pt idx="72">
                  <c:v>40616</c:v>
                </c:pt>
                <c:pt idx="73">
                  <c:v>40617</c:v>
                </c:pt>
              </c:numCache>
            </c:numRef>
          </c:cat>
          <c:val>
            <c:numRef>
              <c:f>'Forecast Sheet'!$C$2:$C$75</c:f>
              <c:numCache>
                <c:formatCode>General</c:formatCode>
                <c:ptCount val="74"/>
                <c:pt idx="45" formatCode="0">
                  <c:v>1369.171560393318</c:v>
                </c:pt>
                <c:pt idx="46" formatCode="0">
                  <c:v>1374.0655189776348</c:v>
                </c:pt>
                <c:pt idx="47" formatCode="0">
                  <c:v>1378.9594775619516</c:v>
                </c:pt>
                <c:pt idx="48" formatCode="0">
                  <c:v>1383.8534361462685</c:v>
                </c:pt>
                <c:pt idx="49" formatCode="0">
                  <c:v>1388.7473947305853</c:v>
                </c:pt>
                <c:pt idx="50" formatCode="0">
                  <c:v>1393.6413533149021</c:v>
                </c:pt>
                <c:pt idx="51" formatCode="0">
                  <c:v>1398.5353118992189</c:v>
                </c:pt>
                <c:pt idx="52" formatCode="0">
                  <c:v>1403.4292704835357</c:v>
                </c:pt>
                <c:pt idx="53" formatCode="0">
                  <c:v>1408.3232290678525</c:v>
                </c:pt>
                <c:pt idx="54" formatCode="0">
                  <c:v>1413.2171876521693</c:v>
                </c:pt>
                <c:pt idx="55" formatCode="0">
                  <c:v>1418.1111462364861</c:v>
                </c:pt>
                <c:pt idx="56" formatCode="0">
                  <c:v>1423.0051048208027</c:v>
                </c:pt>
                <c:pt idx="57" formatCode="0">
                  <c:v>1427.8990634051195</c:v>
                </c:pt>
                <c:pt idx="58" formatCode="0">
                  <c:v>1432.7930219894363</c:v>
                </c:pt>
                <c:pt idx="59" formatCode="0">
                  <c:v>1437.6869805737531</c:v>
                </c:pt>
                <c:pt idx="60" formatCode="0">
                  <c:v>1442.5809391580699</c:v>
                </c:pt>
                <c:pt idx="61" formatCode="0">
                  <c:v>1447.4748977423867</c:v>
                </c:pt>
                <c:pt idx="62" formatCode="0">
                  <c:v>1452.3688563267035</c:v>
                </c:pt>
                <c:pt idx="63" formatCode="0">
                  <c:v>1457.2628149110203</c:v>
                </c:pt>
                <c:pt idx="64" formatCode="0">
                  <c:v>1462.1567734953371</c:v>
                </c:pt>
                <c:pt idx="65" formatCode="0">
                  <c:v>1467.0507320796539</c:v>
                </c:pt>
                <c:pt idx="66" formatCode="0">
                  <c:v>1471.9446906639707</c:v>
                </c:pt>
                <c:pt idx="67" formatCode="0">
                  <c:v>1476.8386492482875</c:v>
                </c:pt>
                <c:pt idx="68" formatCode="0">
                  <c:v>1481.7326078326043</c:v>
                </c:pt>
                <c:pt idx="69" formatCode="0">
                  <c:v>1486.6265664169212</c:v>
                </c:pt>
                <c:pt idx="70" formatCode="0">
                  <c:v>1491.520525001238</c:v>
                </c:pt>
                <c:pt idx="71" formatCode="0">
                  <c:v>1496.4144835855548</c:v>
                </c:pt>
                <c:pt idx="72" formatCode="0">
                  <c:v>1501.3084421698716</c:v>
                </c:pt>
                <c:pt idx="73" formatCode="0">
                  <c:v>1506.2024007541884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DC-40A0-99DD-838714A95C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778395007"/>
        <c:axId val="778386847"/>
      </c:barChart>
      <c:catAx>
        <c:axId val="778395007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386847"/>
        <c:crosses val="autoZero"/>
        <c:auto val="1"/>
        <c:lblAlgn val="ctr"/>
        <c:lblOffset val="100"/>
        <c:noMultiLvlLbl val="0"/>
      </c:catAx>
      <c:valAx>
        <c:axId val="778386847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778395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sharing project.xlsx]Anomaly Detection!PivotTable21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 w="28575" cap="sq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sq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sq">
            <a:solidFill>
              <a:schemeClr val="accent2">
                <a:lumMod val="75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'Anomaly Detection'!$Q$1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sq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'Anomaly Detection'!$P$2:$P$47</c:f>
              <c:strCache>
                <c:ptCount val="45"/>
                <c:pt idx="0">
                  <c:v>1-Jan</c:v>
                </c:pt>
                <c:pt idx="1">
                  <c:v>2-Jan</c:v>
                </c:pt>
                <c:pt idx="2">
                  <c:v>3-Jan</c:v>
                </c:pt>
                <c:pt idx="3">
                  <c:v>4-Jan</c:v>
                </c:pt>
                <c:pt idx="4">
                  <c:v>5-Jan</c:v>
                </c:pt>
                <c:pt idx="5">
                  <c:v>6-Jan</c:v>
                </c:pt>
                <c:pt idx="6">
                  <c:v>7-Jan</c:v>
                </c:pt>
                <c:pt idx="7">
                  <c:v>8-Jan</c:v>
                </c:pt>
                <c:pt idx="8">
                  <c:v>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1-Feb</c:v>
                </c:pt>
                <c:pt idx="32">
                  <c:v>2-Feb</c:v>
                </c:pt>
                <c:pt idx="33">
                  <c:v>3-Feb</c:v>
                </c:pt>
                <c:pt idx="34">
                  <c:v>4-Feb</c:v>
                </c:pt>
                <c:pt idx="35">
                  <c:v>5-Feb</c:v>
                </c:pt>
                <c:pt idx="36">
                  <c:v>6-Feb</c:v>
                </c:pt>
                <c:pt idx="37">
                  <c:v>7-Feb</c:v>
                </c:pt>
                <c:pt idx="38">
                  <c:v>8-Feb</c:v>
                </c:pt>
                <c:pt idx="39">
                  <c:v>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'Anomaly Detection'!$Q$2:$Q$47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1433</c:v>
                </c:pt>
                <c:pt idx="44">
                  <c:v>147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AD-4CA4-8C1A-1C7F96A9488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3278672"/>
        <c:axId val="93278192"/>
      </c:lineChart>
      <c:catAx>
        <c:axId val="93278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93278192"/>
        <c:crosses val="autoZero"/>
        <c:auto val="1"/>
        <c:lblAlgn val="ctr"/>
        <c:lblOffset val="100"/>
        <c:noMultiLvlLbl val="0"/>
      </c:catAx>
      <c:valAx>
        <c:axId val="9327819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3278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defRPr sz="900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00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81110F-5A79-4903-B188-DC8864E316EB}" type="doc">
      <dgm:prSet loTypeId="urn:microsoft.com/office/officeart/2005/8/layout/vList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CDF04C-7AEC-4CB6-9D82-7BCDFA68711B}">
      <dgm:prSet/>
      <dgm:spPr/>
      <dgm:t>
        <a:bodyPr/>
        <a:lstStyle/>
        <a:p>
          <a:r>
            <a:rPr lang="en-US" b="1" dirty="0"/>
            <a:t>Thank   You</a:t>
          </a:r>
          <a:endParaRPr lang="en-US" dirty="0"/>
        </a:p>
      </dgm:t>
    </dgm:pt>
    <dgm:pt modelId="{312806A9-6B65-4F80-8095-5B29FECAEC45}" type="parTrans" cxnId="{6ADAB57E-E1F9-47EE-9A9E-6D8A6E8EA181}">
      <dgm:prSet/>
      <dgm:spPr/>
      <dgm:t>
        <a:bodyPr/>
        <a:lstStyle/>
        <a:p>
          <a:endParaRPr lang="en-US"/>
        </a:p>
      </dgm:t>
    </dgm:pt>
    <dgm:pt modelId="{DCB44D68-59EF-4701-944A-2C47C89E81B8}" type="sibTrans" cxnId="{6ADAB57E-E1F9-47EE-9A9E-6D8A6E8EA181}">
      <dgm:prSet/>
      <dgm:spPr/>
      <dgm:t>
        <a:bodyPr/>
        <a:lstStyle/>
        <a:p>
          <a:endParaRPr lang="en-US"/>
        </a:p>
      </dgm:t>
    </dgm:pt>
    <dgm:pt modelId="{816007E4-9047-4119-B32F-4B447491850D}" type="pres">
      <dgm:prSet presAssocID="{5681110F-5A79-4903-B188-DC8864E316EB}" presName="linearFlow" presStyleCnt="0">
        <dgm:presLayoutVars>
          <dgm:dir/>
          <dgm:resizeHandles val="exact"/>
        </dgm:presLayoutVars>
      </dgm:prSet>
      <dgm:spPr/>
    </dgm:pt>
    <dgm:pt modelId="{C9FB9065-DC90-4477-8775-FAC2B646127D}" type="pres">
      <dgm:prSet presAssocID="{C6CDF04C-7AEC-4CB6-9D82-7BCDFA68711B}" presName="composite" presStyleCnt="0"/>
      <dgm:spPr/>
    </dgm:pt>
    <dgm:pt modelId="{388A6B34-6B4C-4DF5-9124-C9A7638D1972}" type="pres">
      <dgm:prSet presAssocID="{C6CDF04C-7AEC-4CB6-9D82-7BCDFA68711B}" presName="imgShp" presStyleLbl="fgImgPlace1" presStyleIdx="0" presStyleCnt="1" custScaleX="105442" custScaleY="108985" custLinFactNeighborX="-12399" custLinFactNeighborY="-219"/>
      <dgm:spPr>
        <a:blipFill>
          <a:blip xmlns:r="http://schemas.openxmlformats.org/officeDocument/2006/relationships" r:embed="rId1"/>
          <a:srcRect/>
          <a:stretch>
            <a:fillRect l="-7000" r="-7000"/>
          </a:stretch>
        </a:blipFill>
      </dgm:spPr>
    </dgm:pt>
    <dgm:pt modelId="{16E2C64A-4224-4CFA-91D7-14D091EBA617}" type="pres">
      <dgm:prSet presAssocID="{C6CDF04C-7AEC-4CB6-9D82-7BCDFA68711B}" presName="txShp" presStyleLbl="node1" presStyleIdx="0" presStyleCnt="1" custLinFactNeighborX="3026" custLinFactNeighborY="1575">
        <dgm:presLayoutVars>
          <dgm:bulletEnabled val="1"/>
        </dgm:presLayoutVars>
      </dgm:prSet>
      <dgm:spPr/>
    </dgm:pt>
  </dgm:ptLst>
  <dgm:cxnLst>
    <dgm:cxn modelId="{EB287705-890B-4134-A3CD-47F2C5AE892A}" type="presOf" srcId="{5681110F-5A79-4903-B188-DC8864E316EB}" destId="{816007E4-9047-4119-B32F-4B447491850D}" srcOrd="0" destOrd="0" presId="urn:microsoft.com/office/officeart/2005/8/layout/vList3"/>
    <dgm:cxn modelId="{F95B6F47-637D-4610-AC01-F8711DB40428}" type="presOf" srcId="{C6CDF04C-7AEC-4CB6-9D82-7BCDFA68711B}" destId="{16E2C64A-4224-4CFA-91D7-14D091EBA617}" srcOrd="0" destOrd="0" presId="urn:microsoft.com/office/officeart/2005/8/layout/vList3"/>
    <dgm:cxn modelId="{6ADAB57E-E1F9-47EE-9A9E-6D8A6E8EA181}" srcId="{5681110F-5A79-4903-B188-DC8864E316EB}" destId="{C6CDF04C-7AEC-4CB6-9D82-7BCDFA68711B}" srcOrd="0" destOrd="0" parTransId="{312806A9-6B65-4F80-8095-5B29FECAEC45}" sibTransId="{DCB44D68-59EF-4701-944A-2C47C89E81B8}"/>
    <dgm:cxn modelId="{18068B7F-E591-423E-AE2A-2BEEE35C9B20}" type="presParOf" srcId="{816007E4-9047-4119-B32F-4B447491850D}" destId="{C9FB9065-DC90-4477-8775-FAC2B646127D}" srcOrd="0" destOrd="0" presId="urn:microsoft.com/office/officeart/2005/8/layout/vList3"/>
    <dgm:cxn modelId="{B834DBC4-9F9A-4638-878F-5C44FEA2B147}" type="presParOf" srcId="{C9FB9065-DC90-4477-8775-FAC2B646127D}" destId="{388A6B34-6B4C-4DF5-9124-C9A7638D1972}" srcOrd="0" destOrd="0" presId="urn:microsoft.com/office/officeart/2005/8/layout/vList3"/>
    <dgm:cxn modelId="{113E891D-9425-4238-AC08-8F041B76E6F4}" type="presParOf" srcId="{C9FB9065-DC90-4477-8775-FAC2B646127D}" destId="{16E2C64A-4224-4CFA-91D7-14D091EBA61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2C64A-4224-4CFA-91D7-14D091EBA617}">
      <dsp:nvSpPr>
        <dsp:cNvPr id="0" name=""/>
        <dsp:cNvSpPr/>
      </dsp:nvSpPr>
      <dsp:spPr>
        <a:xfrm rot="10800000">
          <a:off x="2725921" y="1331454"/>
          <a:ext cx="6569542" cy="330946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59384" tIns="247650" rIns="46228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kern="1200" dirty="0"/>
            <a:t>Thank   You</a:t>
          </a:r>
          <a:endParaRPr lang="en-US" sz="6500" kern="1200" dirty="0"/>
        </a:p>
      </dsp:txBody>
      <dsp:txXfrm rot="10800000">
        <a:off x="3553288" y="1331454"/>
        <a:ext cx="5742175" cy="3309468"/>
      </dsp:txXfrm>
    </dsp:sp>
    <dsp:sp modelId="{388A6B34-6B4C-4DF5-9124-C9A7638D1972}">
      <dsp:nvSpPr>
        <dsp:cNvPr id="0" name=""/>
        <dsp:cNvSpPr/>
      </dsp:nvSpPr>
      <dsp:spPr>
        <a:xfrm>
          <a:off x="372000" y="1123405"/>
          <a:ext cx="3489569" cy="360682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7000" r="-7000"/>
          </a:stretch>
        </a:blip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3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7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1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1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2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2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41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79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2263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54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3881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82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3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A7675-272A-452E-859A-A829567E70E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0E4A923-7C50-4BA8-B232-79D17E7F9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4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C876-C59C-FB43-9CAC-A8FFA524B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Rounded MT Bold" panose="020F0704030504030204" pitchFamily="34" charset="0"/>
              </a:rPr>
              <a:t>BIKE SHARING DEMAND ANALYSIS USING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C8431-2196-3DAE-CAF7-D0551A6F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2336800"/>
            <a:ext cx="11074400" cy="4317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Rishi Yadav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Position:</a:t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Science Intern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Organization:</a:t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Nexthikes IT Solutions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Project:</a:t>
            </a:r>
            <a:b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Bike Sharing Demand Analysis</a:t>
            </a: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48A6F-80C2-806E-EFEC-1116EFBB9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9059" y="-1071"/>
            <a:ext cx="448111" cy="44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6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01C070-0F80-C0DA-A5E8-879E9F32B2C1}"/>
              </a:ext>
            </a:extLst>
          </p:cNvPr>
          <p:cNvSpPr/>
          <p:nvPr/>
        </p:nvSpPr>
        <p:spPr>
          <a:xfrm>
            <a:off x="1869440" y="589280"/>
            <a:ext cx="8453120" cy="711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Rounded MT Bold" panose="020F0704030504030204" pitchFamily="34" charset="0"/>
              </a:rPr>
              <a:t> 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0C093F-B611-CE2E-BDFE-3EEC38F4DC1E}"/>
              </a:ext>
            </a:extLst>
          </p:cNvPr>
          <p:cNvSpPr txBox="1"/>
          <p:nvPr/>
        </p:nvSpPr>
        <p:spPr>
          <a:xfrm>
            <a:off x="1341120" y="1588741"/>
            <a:ext cx="1085088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Analyze bike-sharing Demand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Identify Rental Pattern in Total Bike Rentals.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Study Time Base Demand Analyze How Rentals Change by Hour, Time group, Weekday and Working Days.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Analyze Weather Impact Examine the relationship between temperature, humidity, wind speed and weather conditions and bike rentals.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Compare User Types Analyze The Rental Behavior of Casual and Registered Users.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Create Build interactive dashboard Create KPI’S , PivotTables, Slicers and Timeline for Interactive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Apply Advanced Analysis Use Descriptive Statistics, Correlation Analysis, forecasting and anomaly detection to Generate Useful Business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Support Business Planning Use the identified patterns to support demand planning, resource allocation and operational decisions.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Tools Used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: 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Excel | Power Query | PivotTables | Pivot Charts | Dashboard | Forecasting | Anomaly Detection.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28834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7B9A-A5BF-7074-F781-84534ECE4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002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Arial Rounded MT Bold" panose="020F0704030504030204" pitchFamily="34" charset="0"/>
              </a:rPr>
              <a:t>END-TO-END EXCEL WORKFLOW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1D65C6-35DB-A70F-BEBF-009F695EF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6560" y="1499190"/>
            <a:ext cx="9595699" cy="5252483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Tools Used:</a:t>
            </a:r>
            <a:r>
              <a:rPr lang="en-US" sz="2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Excel | Power Query | Data Cleaning | Data Validation.</a:t>
            </a:r>
          </a:p>
          <a:p>
            <a:r>
              <a:rPr lang="en-US" sz="2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Dataset_1: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Bike-sharing rental and time-related records.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Dataset_2: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Weather data, including temperature, humidity, and wind speed.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Dataset_3: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Additional bike-sharing records for further analysis.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Dataset_1 + Dataset_2 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 Merge Queries.  </a:t>
            </a: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Dataset_3  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 Append/Combine     Final Dataset. 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cleaning :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Handled missing values and duplicates.</a:t>
            </a: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Type Correction :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Corrected Date, Time, Number and Text data types.</a:t>
            </a:r>
          </a:p>
          <a:p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Dataset :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Prepared for PivotTables, dashboards, forecasting, and anomaly detection.</a:t>
            </a:r>
          </a:p>
        </p:txBody>
      </p:sp>
    </p:spTree>
    <p:extLst>
      <p:ext uri="{BB962C8B-B14F-4D97-AF65-F5344CB8AC3E}">
        <p14:creationId xmlns:p14="http://schemas.microsoft.com/office/powerpoint/2010/main" val="68689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E160-DC25-91FA-714A-5381C90D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2824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5C630-E137-305A-5664-E521927FD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295" y="1754039"/>
            <a:ext cx="8915400" cy="494447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  <a:ea typeface="Cambria" panose="02040503050406030204" pitchFamily="18" charset="0"/>
              </a:rPr>
              <a:t>PivotTables</a:t>
            </a:r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  <a:ea typeface="Cambria" panose="02040503050406030204" pitchFamily="18" charset="0"/>
              </a:rPr>
              <a:t>: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Summarized rental demand based on Temp, Atemp, Humidity, Windspeed, weather, time, date, and user type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Arial Rounded MT Bold" panose="020F0704030504030204" pitchFamily="34" charset="0"/>
                <a:ea typeface="Cambria" panose="02040503050406030204" pitchFamily="18" charset="0"/>
              </a:rPr>
              <a:t>Weather Condition Analysis.</a:t>
            </a: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Clear weather accounted for the highest rental share (64.10%), followed by Mist + Cloudy (31.05%). Overall, rentals were concentrated in these conditions, with Registered users contributing more than Casual users.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1A25E7F-2D56-64D4-DD33-C3F4B5B17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54456"/>
              </p:ext>
            </p:extLst>
          </p:nvPr>
        </p:nvGraphicFramePr>
        <p:xfrm>
          <a:off x="2885758" y="3203258"/>
          <a:ext cx="7502525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84997" imgH="1651044" progId="Excel.Sheet.12">
                  <p:embed/>
                </p:oleObj>
              </mc:Choice>
              <mc:Fallback>
                <p:oleObj name="Worksheet" r:id="rId2" imgW="5384997" imgH="1651044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1A25E7F-2D56-64D4-DD33-C3F4B5B17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85758" y="3203258"/>
                        <a:ext cx="7502525" cy="157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715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4C08-8825-92F9-3E3D-012FAE43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1362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Date-wise </a:t>
            </a:r>
            <a:r>
              <a:rPr lang="en-US" sz="3000" b="1" dirty="0">
                <a:latin typeface="Arial Rounded MT Bold" panose="020F0704030504030204" pitchFamily="34" charset="0"/>
                <a:ea typeface="Cambria" panose="02040503050406030204" pitchFamily="18" charset="0"/>
              </a:rPr>
              <a:t>Rental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B8171-B516-FBCE-2B42-ADAFE95D2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3012" y="1441756"/>
            <a:ext cx="8915400" cy="49929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F534637-B986-B545-01A1-85A7C3249F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2226912"/>
              </p:ext>
            </p:extLst>
          </p:nvPr>
        </p:nvGraphicFramePr>
        <p:xfrm>
          <a:off x="2092960" y="1621403"/>
          <a:ext cx="9682480" cy="2822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C56E3B-175C-23BA-E95E-EC011CF5467E}"/>
              </a:ext>
            </a:extLst>
          </p:cNvPr>
          <p:cNvSpPr txBox="1"/>
          <p:nvPr/>
        </p:nvSpPr>
        <p:spPr>
          <a:xfrm>
            <a:off x="2860040" y="4931560"/>
            <a:ext cx="8915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Rental demand fluctuated from 1 January to 14 February 2011, peaking on 25 January (1,985 rentals; 3.40%), followed by 20 January (1,927; 3.31%) and 11 February (1,746; 2.99%). Registered users contributed the majority of rentals.</a:t>
            </a:r>
          </a:p>
        </p:txBody>
      </p:sp>
    </p:spTree>
    <p:extLst>
      <p:ext uri="{BB962C8B-B14F-4D97-AF65-F5344CB8AC3E}">
        <p14:creationId xmlns:p14="http://schemas.microsoft.com/office/powerpoint/2010/main" val="1335985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FB84-D88C-0255-F5E2-77F5C9E0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0835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Hour Wise Demand Rental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CDF38-DA47-70DA-9D22-33F505077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0400" y="1632856"/>
            <a:ext cx="9880599" cy="509451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8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Overall, rental demand peaked at 5 PM (10.58%), followed by 8 AM (9.24%) and 6 PM (9.06%). Registered users peaked at 5 PM (5,774 rentals), while casual users peaked at 3 PM (536 rentals). Demand was lowest at 4 AM (0.12%) and 3 AM (0.26%).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53875AD-2776-7C64-9C4E-60130ABBD7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0026831"/>
              </p:ext>
            </p:extLst>
          </p:nvPr>
        </p:nvGraphicFramePr>
        <p:xfrm>
          <a:off x="2021840" y="1440226"/>
          <a:ext cx="9560560" cy="3091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266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84E6-8824-93E6-6AF6-A3C19179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725" y="275767"/>
            <a:ext cx="8911687" cy="68153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Temperature wise Demand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BDC327-C029-FB6A-8C7D-3FCBBE4E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988" y="4367450"/>
            <a:ext cx="8915400" cy="23381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Highest rental demand occurred at normalized temperature 0.20 (13.59%), with relatively high demand between 0.16 and 0.24. Overall, moderate temperatures were associated with higher bike rental demand.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4EE5468-8713-4E0A-B812-6F177D913A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4859892"/>
              </p:ext>
            </p:extLst>
          </p:nvPr>
        </p:nvGraphicFramePr>
        <p:xfrm>
          <a:off x="2391988" y="1422400"/>
          <a:ext cx="8702732" cy="2834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03698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AFE1-81A8-1F37-F4CC-7DDAE3F5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829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Arial Rounded MT Bold" panose="020F0704030504030204" pitchFamily="34" charset="0"/>
              </a:rPr>
              <a:t>Atemp Wise Demand </a:t>
            </a:r>
            <a:endParaRPr lang="en-US" dirty="0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D4978473-8488-D2E2-7BD0-23392E6DB5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601272"/>
              </p:ext>
            </p:extLst>
          </p:nvPr>
        </p:nvGraphicFramePr>
        <p:xfrm>
          <a:off x="1727200" y="1539875"/>
          <a:ext cx="9855199" cy="3194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7786CF8-304B-B9CE-4F2E-DE0E438955B5}"/>
              </a:ext>
            </a:extLst>
          </p:cNvPr>
          <p:cNvSpPr/>
          <p:nvPr/>
        </p:nvSpPr>
        <p:spPr>
          <a:xfrm>
            <a:off x="2203132" y="4480560"/>
            <a:ext cx="9379267" cy="2174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051063-0F37-7D3B-6CAA-DE229115DFE9}"/>
              </a:ext>
            </a:extLst>
          </p:cNvPr>
          <p:cNvSpPr txBox="1"/>
          <p:nvPr/>
        </p:nvSpPr>
        <p:spPr>
          <a:xfrm>
            <a:off x="2489200" y="4829016"/>
            <a:ext cx="88696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Highest rental demand occurred at normalized Atemp 0.2273 (12.02%), with relatively high demand between 0.1818 and 0.2273. Overall, moderate apparent temperatures were associated with higher bike rental activity.</a:t>
            </a:r>
          </a:p>
        </p:txBody>
      </p:sp>
    </p:spTree>
    <p:extLst>
      <p:ext uri="{BB962C8B-B14F-4D97-AF65-F5344CB8AC3E}">
        <p14:creationId xmlns:p14="http://schemas.microsoft.com/office/powerpoint/2010/main" val="18272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2226-C208-6D56-EE49-583BE0E6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8813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Arial Rounded MT Bold" panose="020F0704030504030204" pitchFamily="34" charset="0"/>
              </a:rPr>
              <a:t>Humidity  Wise Demand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718E2-114C-B7A2-E83C-23153E19D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6329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Highest rental demand occurred at humidity 0.47 (5.51%). Demand fluctuated across humidity levels, showing no consistent pattern compared with temperature-related demand.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E04190E-54B1-68BD-70D4-77BF233BB7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7708066"/>
              </p:ext>
            </p:extLst>
          </p:nvPr>
        </p:nvGraphicFramePr>
        <p:xfrm>
          <a:off x="2103120" y="2057400"/>
          <a:ext cx="90525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80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A9EC-992F-C6AB-B39E-7361B7BC4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0370"/>
          </a:xfrm>
        </p:spPr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Windspeed wise Demand</a:t>
            </a:r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519D919-55FC-98E7-3F6D-00E5CA60C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4246854"/>
              </p:ext>
            </p:extLst>
          </p:nvPr>
        </p:nvGraphicFramePr>
        <p:xfrm>
          <a:off x="2010093" y="1645920"/>
          <a:ext cx="9125267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BD7371-4349-9ECA-B1E9-EC73397B32FA}"/>
              </a:ext>
            </a:extLst>
          </p:cNvPr>
          <p:cNvSpPr txBox="1"/>
          <p:nvPr/>
        </p:nvSpPr>
        <p:spPr>
          <a:xfrm>
            <a:off x="2143760" y="5303520"/>
            <a:ext cx="899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Rental demand was highest at wind speed 0 (13.46%), indicating that lower wind speeds were generally associated with higher bike rental activity, despite some fluctuations.</a:t>
            </a:r>
          </a:p>
        </p:txBody>
      </p:sp>
    </p:spTree>
    <p:extLst>
      <p:ext uri="{BB962C8B-B14F-4D97-AF65-F5344CB8AC3E}">
        <p14:creationId xmlns:p14="http://schemas.microsoft.com/office/powerpoint/2010/main" val="1421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4353-5C59-E2E0-ACD0-896D415E6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2685" y="0"/>
            <a:ext cx="8911687" cy="7620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Interactive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D8366-C59D-FF55-8C2D-653593090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0BBCF0B-CBC1-93DD-D691-8655B8227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946778"/>
            <a:ext cx="12076748" cy="58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06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88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73C5-1B2C-D183-149F-CD7B5BCD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09293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8FF6B-B547-1633-F546-C597EA3BD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6972" y="1767840"/>
            <a:ext cx="8915400" cy="451685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KPIs: Total Rentals (58.3K), Registered Riders (53.4K), Casual Riders (4.9K), Average Daily Rentals (58), and Total Records (1K).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Demand Analysis: Charts display rental trends by hour, temperature, month, holidays, weekdays, weather conditions, and dates.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Interactive Filters: Slicers and Timeline allow dynamic filtering by hour, month, temperature, weekday, weather, and date.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Forecasting &amp; Anomaly Detection: Clicking the respective sections opens their Excel sheets for detailed forecasting and anomaly analysis.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Insights: The dashboard helps identify rental patterns, peak-demand periods, and unusual demand changes for better business planning.</a:t>
            </a:r>
          </a:p>
        </p:txBody>
      </p:sp>
    </p:spTree>
    <p:extLst>
      <p:ext uri="{BB962C8B-B14F-4D97-AF65-F5344CB8AC3E}">
        <p14:creationId xmlns:p14="http://schemas.microsoft.com/office/powerpoint/2010/main" val="1727670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87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5867-90CE-34D9-81B6-D6AE77E7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Arial Rounded MT Bold" panose="020F0704030504030204" pitchFamily="34" charset="0"/>
              </a:rPr>
              <a:t>Descriptive Statistics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A906C-E83D-483F-5A48-EA1BD5DB5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Temperature and Atemp values were relatively stable.</a:t>
            </a:r>
            <a:r>
              <a:rPr lang="en-US" sz="2000" dirty="0"/>
              <a:t>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Humidity and Windspeed showed moderate variation.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Casual rentals showed strong right-skewness (3.41).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Registered rentals were also right-skewed (1.30).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rentals: Mean 58.3, Median 49, SD 50.99.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Overall, rental demand varied considerably, with occasional high-demand observations.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5151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D4F7-49DB-776F-D7A5-64E025F7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474A8-9515-1E6C-814F-B8FD15C74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 &amp; Atemp: Very strong positive correlation (0.918).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Temp &amp; Count: Weak positive correlation (0.234).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Atemp &amp; Count: Weak positive correlation (0.192).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Humidity &amp; Count: Weak negative correlation (-0.256).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Windspeed &amp; Count: Very weak positive correlation (0.105).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Overall: Weather variables showed mostly weak correlations with rental demand.</a:t>
            </a:r>
          </a:p>
        </p:txBody>
      </p:sp>
    </p:spTree>
    <p:extLst>
      <p:ext uri="{BB962C8B-B14F-4D97-AF65-F5344CB8AC3E}">
        <p14:creationId xmlns:p14="http://schemas.microsoft.com/office/powerpoint/2010/main" val="1144836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0F1D2-D292-6B24-9043-6F178DB5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91077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Forecasting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F08F9-CFFC-F5CD-82C8-2565F84B4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 Rounded MT Bold" panose="020F0704030504030204" pitchFamily="34" charset="0"/>
              </a:rPr>
              <a:t>Historical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ABAE5-74F6-824A-2331-6EA1501465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 Jan To 14 Feb – 2011  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Actual rental data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Demand High fluctuations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Peak = 1,985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Actual observations.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E2BDD-0C36-68F4-56E1-A882E5829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b="1" dirty="0"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b="1" dirty="0"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 Rounded MT Bold" panose="020F0704030504030204" pitchFamily="34" charset="0"/>
              </a:rPr>
              <a:t>Future Forecast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C7016-D92A-8743-0E71-38527220FD9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 Feb TO 15 Mar-2011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Estimated rental demand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Relatively stable pattern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End forecast = 1,506</a:t>
            </a: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Model-based estimates.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123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8899AB0-90B4-A256-0027-8AB3EFE1F0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021273"/>
              </p:ext>
            </p:extLst>
          </p:nvPr>
        </p:nvGraphicFramePr>
        <p:xfrm>
          <a:off x="-1" y="1416548"/>
          <a:ext cx="12192001" cy="4431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161B4F1-B046-CB7A-C64A-E06C93121BFB}"/>
              </a:ext>
            </a:extLst>
          </p:cNvPr>
          <p:cNvSpPr/>
          <p:nvPr/>
        </p:nvSpPr>
        <p:spPr>
          <a:xfrm>
            <a:off x="1889760" y="396240"/>
            <a:ext cx="8361680" cy="1020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Fore Casting Chart</a:t>
            </a:r>
          </a:p>
        </p:txBody>
      </p:sp>
    </p:spTree>
    <p:extLst>
      <p:ext uri="{BB962C8B-B14F-4D97-AF65-F5344CB8AC3E}">
        <p14:creationId xmlns:p14="http://schemas.microsoft.com/office/powerpoint/2010/main" val="2742515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6FFD-DBA9-242F-0ABC-61EE3368C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989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Anomaly Detection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14B6-3EE3-7F9A-561B-CB60525C7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452257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Anomaly detection identified 60 high-anomaly observations out of 996 total observations, while 936 observations were classified as normal. No low anomalies were detected because the calculated lower bound (-43.647) was below the possible rental range. High anomalies represent unusually high rental demand and can be investigated for potential demand spikes.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11F27CE-888E-D943-BB7B-AE6643164F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702383"/>
              </p:ext>
            </p:extLst>
          </p:nvPr>
        </p:nvGraphicFramePr>
        <p:xfrm>
          <a:off x="4071257" y="4022410"/>
          <a:ext cx="4103914" cy="2334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343310" imgH="1657350" progId="Excel.Sheet.12">
                  <p:embed/>
                </p:oleObj>
              </mc:Choice>
              <mc:Fallback>
                <p:oleObj name="Worksheet" r:id="rId2" imgW="2343310" imgH="1657350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11F27CE-888E-D943-BB7B-AE6643164F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71257" y="4022410"/>
                        <a:ext cx="4103914" cy="2334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015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460F-C314-653C-B8FE-1FF99094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Anomaly Detection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A6ECE0-E5BC-FCCD-1B6A-9486AC29F6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0664850"/>
              </p:ext>
            </p:extLst>
          </p:nvPr>
        </p:nvGraphicFramePr>
        <p:xfrm>
          <a:off x="558800" y="2133600"/>
          <a:ext cx="11389360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28903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EC92-20EB-9B41-7B4F-8F6D49A1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325" y="121920"/>
            <a:ext cx="8911687" cy="90424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Decision Making /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1F5F-E8C1-9988-270B-49E4753C3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93520"/>
            <a:ext cx="8915400" cy="5242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  <a:ea typeface="Cambria" panose="02040503050406030204" pitchFamily="18" charset="0"/>
              </a:rPr>
              <a:t>Customer Management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Prioritize registered users and encourage casual users through membership offers.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Future Demand Planning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forecasting to plan bike availability and resources during peak-demand hours.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Anomaly Management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Investigate the 60 high-anomaly observations to understand unusual demand spikes and prepare for similar situations.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Continuous Monitoring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 the interactive dashboard, KPIs, Slicers, and Timeline to monitor demand and update analysis with new data.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Decision Making</a:t>
            </a:r>
          </a:p>
          <a:p>
            <a:r>
              <a:rPr lang="en-US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Maintain more bikes during peak hours, use low-demand periods for maintenance and redistribution, and use weather, forecasting, and demand patterns to support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051612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BA48-1ED1-0E43-0639-FF541880C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D4EE-DC67-EC64-55A4-7881D4B5F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Peak Demand:  8 AM and 5–6 PM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Registered users:  Major Contributor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Moderate Temperature:  Higher Demand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Low Wind speed: Comparatively Higher Demand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60 High-Demand Anomalies: Investigate Demand Spikes</a:t>
            </a:r>
          </a:p>
        </p:txBody>
      </p:sp>
    </p:spTree>
    <p:extLst>
      <p:ext uri="{BB962C8B-B14F-4D97-AF65-F5344CB8AC3E}">
        <p14:creationId xmlns:p14="http://schemas.microsoft.com/office/powerpoint/2010/main" val="4165728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99EEC2E-79B0-E201-C8BA-63E92AE176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2698690"/>
              </p:ext>
            </p:extLst>
          </p:nvPr>
        </p:nvGraphicFramePr>
        <p:xfrm>
          <a:off x="1625600" y="624110"/>
          <a:ext cx="9879011" cy="5868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D0EB183-2F48-FDB0-46EB-AA6E8C96C9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472" y="1975895"/>
            <a:ext cx="675865" cy="67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278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1497</TotalTime>
  <Words>1102</Words>
  <Application>Microsoft Office PowerPoint</Application>
  <PresentationFormat>Widescreen</PresentationFormat>
  <Paragraphs>136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Rounded MT Bold</vt:lpstr>
      <vt:lpstr>Cambria</vt:lpstr>
      <vt:lpstr>Century Gothic</vt:lpstr>
      <vt:lpstr>Wingdings</vt:lpstr>
      <vt:lpstr>Wingdings 3</vt:lpstr>
      <vt:lpstr>Wisp</vt:lpstr>
      <vt:lpstr>Worksheet</vt:lpstr>
      <vt:lpstr>BIKE SHARING DEMAND ANALYSIS USING EXCEL</vt:lpstr>
      <vt:lpstr>PowerPoint Presentation</vt:lpstr>
      <vt:lpstr>END-TO-END EXCEL WORKFLOW</vt:lpstr>
      <vt:lpstr>PIVOT TABLE</vt:lpstr>
      <vt:lpstr>Date-wise Rental Demand</vt:lpstr>
      <vt:lpstr>Hour Wise Demand Rental</vt:lpstr>
      <vt:lpstr>Temperature wise Demand</vt:lpstr>
      <vt:lpstr>Atemp Wise Demand </vt:lpstr>
      <vt:lpstr>Humidity  Wise Demand</vt:lpstr>
      <vt:lpstr>Windspeed wise Demand</vt:lpstr>
      <vt:lpstr>Interactive Dashboard</vt:lpstr>
      <vt:lpstr>Dashboard Overview</vt:lpstr>
      <vt:lpstr>Descriptive Statistics</vt:lpstr>
      <vt:lpstr>Correlation</vt:lpstr>
      <vt:lpstr>Forecasting</vt:lpstr>
      <vt:lpstr>PowerPoint Presentation</vt:lpstr>
      <vt:lpstr>Anomaly Detection </vt:lpstr>
      <vt:lpstr>Anomaly Detection </vt:lpstr>
      <vt:lpstr>Decision Making / Recommendations</vt:lpstr>
      <vt:lpstr>Business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Yadav</dc:creator>
  <cp:lastModifiedBy>Rishi Yadav</cp:lastModifiedBy>
  <cp:revision>17</cp:revision>
  <dcterms:created xsi:type="dcterms:W3CDTF">2026-09-30T10:34:58Z</dcterms:created>
  <dcterms:modified xsi:type="dcterms:W3CDTF">2026-10-10T15:18:13Z</dcterms:modified>
</cp:coreProperties>
</file>